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BA120-C78F-4D3B-9AF0-AE6FE82DD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E11A9B-79E6-4856-873B-338E94ED7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468050-5B8E-42CA-825E-9202555DE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B4D1-3306-4C63-ACA4-419D45099B7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4ECC38-979D-4EA2-A837-495FE9B2D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4F872F-55FE-4C53-81E3-721F66471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7EC9-BAE3-4257-A946-9CF141839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750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ABDA6-C8B4-4FD5-B1F8-17B6A7AF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A54149-319D-4679-AE21-4765BE223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D4FCA2-8504-47FD-BAA6-E7204D25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B4D1-3306-4C63-ACA4-419D45099B7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308441-0FEE-4E02-B4B8-85FF2E3E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FC472E-8165-4FF8-A361-2AF324E8C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7EC9-BAE3-4257-A946-9CF141839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54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C8A2E-6509-4C1F-AD24-665A183F6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8B0D60-B2EB-4685-B2CF-29ED80001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6797E2-2B0A-46DA-B3D8-BB3AB13B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B4D1-3306-4C63-ACA4-419D45099B7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EF4C83-6816-46A4-A2E5-D8B7FB2D0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DB5179-D765-4910-9473-54C2568A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7EC9-BAE3-4257-A946-9CF141839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90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51419-2B7F-47A6-B886-5A4AB0448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2138F2-AC44-45FD-87EF-F111DBF3C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CEA24F-7E6E-44F2-9B09-B87277DB5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BDBEAA-A899-4C50-9A08-5BD49356A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B4D1-3306-4C63-ACA4-419D45099B7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3FEC0D-0DA2-4674-8355-01D77CCAB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5EDF54-310B-4ADF-A61D-50BD732C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7EC9-BAE3-4257-A946-9CF141839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769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6538D-C614-47BF-8467-979833C60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2B78BB-3175-4C4E-8BDF-79712E887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1D7850-F8E3-4785-B303-4D102609A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66B35A-4863-4C58-9788-5082D4CB4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A1E924-0828-4A82-91F9-C69D5B4E2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968BF66-EAD6-42DF-AF23-980B052F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B4D1-3306-4C63-ACA4-419D45099B7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4F5CDB9-E1B9-45C3-BC52-C4D7EE34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0B6412-97A3-47DF-B12F-1487892DE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7EC9-BAE3-4257-A946-9CF141839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15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05C8F7-B5C9-4E8D-A4D2-06776900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7218A2-8924-43D8-B05F-8B0048F2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B4D1-3306-4C63-ACA4-419D45099B7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84F67A-F29E-44E6-8304-4FAA2E10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99B1C6-6211-4922-9B48-7A13512AD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7EC9-BAE3-4257-A946-9CF141839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45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F0F564-B703-44DB-B7F7-AFF1C2CDB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B4D1-3306-4C63-ACA4-419D45099B7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2D241A-031C-49A3-8AF3-5EFBBB1D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E855A1-192C-4B01-BAA0-FC742DBF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7EC9-BAE3-4257-A946-9CF141839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992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6207C-7A6C-42A7-BEA0-97D567C32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8CCC50-9F1C-4EA6-A617-D0CF17F5F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2DA19D-ECC8-443B-A8B5-6DA7D14F6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F65431-91AE-4753-9D76-138ECDED9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B4D1-3306-4C63-ACA4-419D45099B7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D8A56B-EBC0-4F77-81AA-E47DB04A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824F88-320A-4EB1-9C42-7598AB8A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7EC9-BAE3-4257-A946-9CF141839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09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939BDA-EF77-4360-9CB2-F6559AF9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846A30-9079-4465-9B5D-F08462046B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4B0149-E2DE-4073-A30A-E6A404942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155DEE-AB5D-46AE-B629-98A074B4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B4D1-3306-4C63-ACA4-419D45099B7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2FB689-424C-4A62-AAE8-4D744D12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46891F-27ED-4C53-B3D7-1ED1DBEA3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7EC9-BAE3-4257-A946-9CF141839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593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A0E2A-A1EB-40A3-B15C-506E3C20D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D519D3-E664-4867-899B-1962DAFFA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CCDB30-9818-4594-8876-B46AA3A7D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B4D1-3306-4C63-ACA4-419D45099B7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2BE7EB-DCB6-4CA3-8D4C-248EC5C2B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AA4610-8960-433A-8AD0-BA68C9CF3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7EC9-BAE3-4257-A946-9CF141839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72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DCB609F-9DC5-4FDB-85ED-B56B40AFEE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662526-A9D4-42D7-911A-021AC0B37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FBBCE3-CE8E-48ED-B666-EB1276E0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FB4D1-3306-4C63-ACA4-419D45099B7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0A6D92-8C67-465E-915E-90E1BF225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ED78BD-2163-40DC-B080-FFBF00491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7EC9-BAE3-4257-A946-9CF141839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681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99DF107-4ACC-429F-B258-159F571E7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1C4968-C68F-415C-BA55-A40AD952F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E662F4-6B91-4755-BA21-89103C325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FB4D1-3306-4C63-ACA4-419D45099B7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A1708F-7834-4A9B-A8AB-B11FC5118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69817A-885E-4059-A078-F4F5D56A7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7EC9-BAE3-4257-A946-9CF1418392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3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BD816-E7A7-4EF7-998D-724214DBEB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1B8A95-43B5-428F-B223-DFCAE4C525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652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87F526-E1B0-41CA-B8EF-8F2606506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8A81A5-59C9-4B1B-99EF-0AD47E8AF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간단한 </a:t>
            </a:r>
            <a:r>
              <a:rPr lang="ko-KR" altLang="en-US" dirty="0" err="1"/>
              <a:t>그림판</a:t>
            </a:r>
            <a:r>
              <a:rPr lang="ko-KR" altLang="en-US" dirty="0"/>
              <a:t> 만들기</a:t>
            </a:r>
            <a:endParaRPr lang="en-US" altLang="ko-KR" dirty="0"/>
          </a:p>
          <a:p>
            <a:pPr lvl="1"/>
            <a:r>
              <a:rPr lang="ko-KR" altLang="en-US" dirty="0"/>
              <a:t>그리기 메뉴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직선</a:t>
            </a:r>
            <a:r>
              <a:rPr lang="en-US" altLang="ko-KR" dirty="0"/>
              <a:t>, </a:t>
            </a:r>
            <a:r>
              <a:rPr lang="ko-KR" altLang="en-US" dirty="0"/>
              <a:t>자유선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사각형 그리기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타원 그리기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선의 굵기</a:t>
            </a:r>
            <a:endParaRPr lang="en-US" altLang="ko-KR" dirty="0"/>
          </a:p>
          <a:p>
            <a:pPr lvl="2"/>
            <a:r>
              <a:rPr lang="en-US" altLang="ko-KR" dirty="0"/>
              <a:t> 1, 5, 10px</a:t>
            </a:r>
          </a:p>
          <a:p>
            <a:pPr lvl="1"/>
            <a:r>
              <a:rPr lang="ko-KR" altLang="en-US" dirty="0"/>
              <a:t> </a:t>
            </a:r>
            <a:r>
              <a:rPr lang="ko-KR" altLang="en-US" dirty="0" err="1"/>
              <a:t>선색</a:t>
            </a:r>
            <a:r>
              <a:rPr lang="ko-KR" altLang="en-US" dirty="0"/>
              <a:t> 변경</a:t>
            </a:r>
            <a:endParaRPr lang="en-US" altLang="ko-KR" dirty="0"/>
          </a:p>
          <a:p>
            <a:pPr lvl="2"/>
            <a:r>
              <a:rPr lang="en-US" altLang="ko-KR" dirty="0"/>
              <a:t> 3~5</a:t>
            </a:r>
            <a:r>
              <a:rPr lang="ko-KR" altLang="en-US" dirty="0"/>
              <a:t>개 정도 색상을 지정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 err="1"/>
              <a:t>면색</a:t>
            </a:r>
            <a:r>
              <a:rPr lang="ko-KR" altLang="en-US" dirty="0"/>
              <a:t> 변경</a:t>
            </a:r>
            <a:endParaRPr lang="en-US" altLang="ko-KR" dirty="0"/>
          </a:p>
          <a:p>
            <a:pPr lvl="2"/>
            <a:r>
              <a:rPr lang="en-US" altLang="ko-KR" dirty="0"/>
              <a:t> 3~5</a:t>
            </a:r>
            <a:r>
              <a:rPr lang="ko-KR" altLang="en-US" dirty="0"/>
              <a:t>개 정도 색상을 지정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41FA15-0D82-487B-B948-ECD989713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157" y="2017125"/>
            <a:ext cx="5975931" cy="429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52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95C3E-4D60-47D6-BDC6-9EC262B14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마우스 왼쪽 버튼 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FB1B3-CF78-410B-9D72-6E15B6521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누르면</a:t>
            </a:r>
            <a:r>
              <a:rPr lang="en-US" altLang="ko-KR" dirty="0"/>
              <a:t>(WM_LBUTTONDOWN)</a:t>
            </a:r>
            <a:r>
              <a:rPr lang="ko-KR" altLang="en-US" dirty="0"/>
              <a:t> 시작 좌표로 설정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떼면</a:t>
            </a:r>
            <a:r>
              <a:rPr lang="en-US" altLang="ko-KR" dirty="0"/>
              <a:t>(WM_LBUTTONUP) </a:t>
            </a:r>
            <a:r>
              <a:rPr lang="ko-KR" altLang="en-US" dirty="0"/>
              <a:t>끝 좌표 설정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05B555-26CE-4ECD-AFF1-ED1BAA862EA3}"/>
              </a:ext>
            </a:extLst>
          </p:cNvPr>
          <p:cNvSpPr/>
          <p:nvPr/>
        </p:nvSpPr>
        <p:spPr>
          <a:xfrm>
            <a:off x="1416676" y="3206839"/>
            <a:ext cx="9066727" cy="3286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7A9B9EC-82E4-4E37-B1C7-010CB7E56939}"/>
              </a:ext>
            </a:extLst>
          </p:cNvPr>
          <p:cNvCxnSpPr/>
          <p:nvPr/>
        </p:nvCxnSpPr>
        <p:spPr>
          <a:xfrm flipV="1">
            <a:off x="2871989" y="3825025"/>
            <a:ext cx="5885645" cy="15454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7B1174BD-60A4-4120-80EB-765143F64A9A}"/>
              </a:ext>
            </a:extLst>
          </p:cNvPr>
          <p:cNvSpPr/>
          <p:nvPr/>
        </p:nvSpPr>
        <p:spPr>
          <a:xfrm>
            <a:off x="2756079" y="5267459"/>
            <a:ext cx="244698" cy="2575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4BB28B1-9AC7-4FD7-839C-5D308EB55D97}"/>
              </a:ext>
            </a:extLst>
          </p:cNvPr>
          <p:cNvSpPr/>
          <p:nvPr/>
        </p:nvSpPr>
        <p:spPr>
          <a:xfrm>
            <a:off x="8635285" y="3696236"/>
            <a:ext cx="244698" cy="2575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8088D-0E6D-4FED-9857-BF5304E75E2F}"/>
              </a:ext>
            </a:extLst>
          </p:cNvPr>
          <p:cNvSpPr txBox="1"/>
          <p:nvPr/>
        </p:nvSpPr>
        <p:spPr>
          <a:xfrm>
            <a:off x="1773518" y="558906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WM_LBUTTONDOWN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7D54DF-32AD-46E9-B48C-BBBECBDC9F4F}"/>
              </a:ext>
            </a:extLst>
          </p:cNvPr>
          <p:cNvSpPr txBox="1"/>
          <p:nvPr/>
        </p:nvSpPr>
        <p:spPr>
          <a:xfrm>
            <a:off x="7753192" y="3331266"/>
            <a:ext cx="2008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WM_LBUTTONUP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5746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6330DB-833B-4BF0-8535-8EF78B55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무효화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B5AFD4-917F-4427-83A0-012A0B30D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아래 그림과 같이 그려졌지만</a:t>
            </a:r>
            <a:r>
              <a:rPr lang="en-US" altLang="ko-KR" dirty="0"/>
              <a:t>! </a:t>
            </a:r>
            <a:r>
              <a:rPr lang="ko-KR" altLang="en-US" dirty="0"/>
              <a:t>지워지는 경우가 발생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윈도우 화면 드로잉</a:t>
            </a:r>
            <a:r>
              <a:rPr lang="en-US" altLang="ko-KR" dirty="0"/>
              <a:t>(Drawing) </a:t>
            </a:r>
            <a:r>
              <a:rPr lang="ko-KR" altLang="en-US" dirty="0"/>
              <a:t>기법과 연관이 있다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요청을 하면 그려는 주는데</a:t>
            </a:r>
            <a:r>
              <a:rPr lang="en-US" altLang="ko-KR" dirty="0"/>
              <a:t>, OS</a:t>
            </a:r>
            <a:r>
              <a:rPr lang="ko-KR" altLang="en-US" dirty="0"/>
              <a:t>가 이후로는 관심이 없다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아래와 같이 특정 조건을 만족하면 화면이 지워지는 현상이 발생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890B23-2BEB-4C33-92B5-E41A4434C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3663168"/>
            <a:ext cx="756285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341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FB04A-80F1-421F-AD6E-F3D05E15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무효화 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15B9AC-81BC-4815-9FE5-535FED53E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윈도우 화면 밖으로 창이 이동하는 경우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윈도우 프로그램의 창 크기가 변경되는 경우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화면 최대화와 원래 크기로 복원되는 경우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윈도우 최소화 후</a:t>
            </a:r>
            <a:r>
              <a:rPr lang="en-US" altLang="ko-KR" dirty="0"/>
              <a:t>, </a:t>
            </a:r>
            <a:r>
              <a:rPr lang="ko-KR" altLang="en-US" dirty="0"/>
              <a:t>원래 크기로 복원되는 경우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화면 무효화는 제어할 수 없다</a:t>
            </a:r>
            <a:r>
              <a:rPr lang="en-US" altLang="ko-KR" dirty="0"/>
              <a:t>! </a:t>
            </a:r>
            <a:r>
              <a:rPr lang="ko-KR" altLang="en-US" dirty="0"/>
              <a:t>피할 수도 없다</a:t>
            </a:r>
            <a:r>
              <a:rPr lang="en-US" altLang="ko-KR" dirty="0"/>
              <a:t>! </a:t>
            </a:r>
            <a:r>
              <a:rPr lang="ko-KR" altLang="en-US" dirty="0"/>
              <a:t>반드시 발생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화면을 유지하려면</a:t>
            </a:r>
            <a:r>
              <a:rPr lang="en-US" altLang="ko-KR" dirty="0"/>
              <a:t>, </a:t>
            </a:r>
            <a:r>
              <a:rPr lang="ko-KR" altLang="en-US" dirty="0"/>
              <a:t>프로그래머가 모두 제어해야 한다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091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EE0D92-7DD8-4412-B3C6-432FD6BA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만들기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77F268-5B24-4E83-9DB2-8477AB5A8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필수 자료형</a:t>
            </a:r>
            <a:endParaRPr lang="en-US" altLang="ko-KR" dirty="0"/>
          </a:p>
          <a:p>
            <a:pPr lvl="1"/>
            <a:r>
              <a:rPr lang="en-US" altLang="ko-KR" dirty="0"/>
              <a:t> RECT </a:t>
            </a:r>
            <a:r>
              <a:rPr lang="ko-KR" altLang="en-US" dirty="0"/>
              <a:t>자료형 </a:t>
            </a:r>
            <a:r>
              <a:rPr lang="en-US" altLang="ko-KR" dirty="0"/>
              <a:t>: </a:t>
            </a:r>
            <a:r>
              <a:rPr lang="ko-KR" altLang="en-US" dirty="0"/>
              <a:t>좌표 </a:t>
            </a:r>
            <a:r>
              <a:rPr lang="en-US" altLang="ko-KR" dirty="0"/>
              <a:t>2</a:t>
            </a:r>
            <a:r>
              <a:rPr lang="ko-KR" altLang="en-US" dirty="0"/>
              <a:t>개를 보관</a:t>
            </a:r>
            <a:r>
              <a:rPr lang="en-US" altLang="ko-KR" dirty="0"/>
              <a:t>. </a:t>
            </a:r>
            <a:r>
              <a:rPr lang="ko-KR" altLang="en-US" dirty="0" err="1"/>
              <a:t>좌상단</a:t>
            </a:r>
            <a:r>
              <a:rPr lang="en-US" altLang="ko-KR" dirty="0"/>
              <a:t>/</a:t>
            </a:r>
            <a:r>
              <a:rPr lang="ko-KR" altLang="en-US" dirty="0" err="1"/>
              <a:t>우하단의</a:t>
            </a:r>
            <a:r>
              <a:rPr lang="ko-KR" altLang="en-US" dirty="0"/>
              <a:t> </a:t>
            </a:r>
            <a:r>
              <a:rPr lang="en-US" altLang="ko-KR" dirty="0" err="1"/>
              <a:t>x,y</a:t>
            </a:r>
            <a:r>
              <a:rPr lang="en-US" altLang="ko-KR" dirty="0"/>
              <a:t> </a:t>
            </a:r>
            <a:r>
              <a:rPr lang="ko-KR" altLang="en-US" dirty="0"/>
              <a:t>좌표 값을 의미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히트박스</a:t>
            </a:r>
            <a:r>
              <a:rPr lang="en-US" altLang="ko-KR" dirty="0"/>
              <a:t>(hit-box)</a:t>
            </a:r>
            <a:r>
              <a:rPr lang="ko-KR" altLang="en-US" dirty="0"/>
              <a:t>의 기본 좌표 보관 자료형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154978-221E-454F-8D4C-13B79347C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37" y="3504471"/>
            <a:ext cx="5867921" cy="234267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23E37B8-FC79-440A-803B-1B3646A8F7D8}"/>
              </a:ext>
            </a:extLst>
          </p:cNvPr>
          <p:cNvSpPr/>
          <p:nvPr/>
        </p:nvSpPr>
        <p:spPr>
          <a:xfrm>
            <a:off x="8358389" y="3957034"/>
            <a:ext cx="1931831" cy="158088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5B2C106-E6ED-4DCB-B376-3202C6DF5F72}"/>
              </a:ext>
            </a:extLst>
          </p:cNvPr>
          <p:cNvSpPr/>
          <p:nvPr/>
        </p:nvSpPr>
        <p:spPr>
          <a:xfrm>
            <a:off x="8203842" y="3825025"/>
            <a:ext cx="309093" cy="309093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B172FC6-D503-4A7C-B2A0-16DDF88D286B}"/>
              </a:ext>
            </a:extLst>
          </p:cNvPr>
          <p:cNvSpPr/>
          <p:nvPr/>
        </p:nvSpPr>
        <p:spPr>
          <a:xfrm>
            <a:off x="10097038" y="5338294"/>
            <a:ext cx="309093" cy="309093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06AE2-3154-49EA-8739-D4A9EC78607C}"/>
              </a:ext>
            </a:extLst>
          </p:cNvPr>
          <p:cNvSpPr txBox="1"/>
          <p:nvPr/>
        </p:nvSpPr>
        <p:spPr>
          <a:xfrm>
            <a:off x="7601930" y="3429000"/>
            <a:ext cx="1512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left(x),</a:t>
            </a:r>
            <a:r>
              <a:rPr lang="ko-KR" altLang="en-US" dirty="0"/>
              <a:t> </a:t>
            </a:r>
            <a:r>
              <a:rPr lang="en-US" altLang="ko-KR" dirty="0"/>
              <a:t>top(y)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06E1E3-36E8-4239-85F3-8E7D8535E69E}"/>
              </a:ext>
            </a:extLst>
          </p:cNvPr>
          <p:cNvSpPr txBox="1"/>
          <p:nvPr/>
        </p:nvSpPr>
        <p:spPr>
          <a:xfrm>
            <a:off x="9266690" y="5782324"/>
            <a:ext cx="208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right(x),</a:t>
            </a:r>
            <a:r>
              <a:rPr lang="ko-KR" altLang="en-US" dirty="0"/>
              <a:t> </a:t>
            </a:r>
            <a:r>
              <a:rPr lang="en-US" altLang="ko-KR" dirty="0"/>
              <a:t>bottom(y)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41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98B77C-93D6-483A-AD74-FB70E686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만들기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849FC-36CF-43F6-8B78-09693E993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내 사각형을 만들고</a:t>
            </a:r>
            <a:r>
              <a:rPr lang="en-US" altLang="ko-KR" dirty="0"/>
              <a:t>, </a:t>
            </a:r>
            <a:r>
              <a:rPr lang="ko-KR" altLang="en-US" dirty="0"/>
              <a:t>이동을 시켜보자</a:t>
            </a:r>
            <a:r>
              <a:rPr lang="en-US" altLang="ko-KR" dirty="0"/>
              <a:t>~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조건 </a:t>
            </a:r>
            <a:r>
              <a:rPr lang="en-US" altLang="ko-KR" dirty="0"/>
              <a:t>: </a:t>
            </a:r>
            <a:r>
              <a:rPr lang="ko-KR" altLang="en-US" dirty="0"/>
              <a:t>반드시 </a:t>
            </a:r>
            <a:r>
              <a:rPr lang="en-US" altLang="ko-KR" dirty="0"/>
              <a:t>RECT </a:t>
            </a:r>
            <a:r>
              <a:rPr lang="ko-KR" altLang="en-US" dirty="0"/>
              <a:t>자료형을 이용해서 내 사각형을 작성</a:t>
            </a:r>
            <a:r>
              <a:rPr lang="en-US" altLang="ko-KR" dirty="0"/>
              <a:t>!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이동 </a:t>
            </a:r>
            <a:r>
              <a:rPr lang="en-US" altLang="ko-KR" dirty="0"/>
              <a:t>: </a:t>
            </a:r>
            <a:r>
              <a:rPr lang="ko-KR" altLang="en-US" dirty="0"/>
              <a:t>방향 키를 이용해서 이동을 시키자</a:t>
            </a:r>
            <a:r>
              <a:rPr lang="en-US" altLang="ko-KR" dirty="0"/>
              <a:t>~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가상 키보드</a:t>
            </a:r>
            <a:r>
              <a:rPr lang="mk-MK" altLang="ko-KR" dirty="0"/>
              <a:t> </a:t>
            </a:r>
            <a:r>
              <a:rPr lang="en-US" altLang="ko-KR" dirty="0"/>
              <a:t>: OS</a:t>
            </a:r>
            <a:r>
              <a:rPr lang="ko-KR" altLang="en-US" dirty="0"/>
              <a:t>가 보고 있는 가상의 키보드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다양한 </a:t>
            </a:r>
            <a:r>
              <a:rPr lang="ko-KR" altLang="en-US" dirty="0" err="1"/>
              <a:t>언어팩과</a:t>
            </a:r>
            <a:r>
              <a:rPr lang="ko-KR" altLang="en-US" dirty="0"/>
              <a:t> 언어를 지원할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기본적으로 기계에서 전달된 전기 신호 값을 이용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사용자 입력한 값을 구분해서 출력해 준다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기본적으로 가상 키보드에 물리 키보드 값이 설정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3902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301</Words>
  <Application>Microsoft Office PowerPoint</Application>
  <PresentationFormat>와이드스크린</PresentationFormat>
  <Paragraphs>46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과제</vt:lpstr>
      <vt:lpstr>마우스 왼쪽 버튼 이용</vt:lpstr>
      <vt:lpstr>화면 무효화</vt:lpstr>
      <vt:lpstr>화면 무효화 조건</vt:lpstr>
      <vt:lpstr>게임 만들기 기초</vt:lpstr>
      <vt:lpstr>게임 만들기 기초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YUHAN</cp:lastModifiedBy>
  <cp:revision>7</cp:revision>
  <dcterms:created xsi:type="dcterms:W3CDTF">2026-09-14T01:36:20Z</dcterms:created>
  <dcterms:modified xsi:type="dcterms:W3CDTF">2026-09-14T02:47:14Z</dcterms:modified>
</cp:coreProperties>
</file>