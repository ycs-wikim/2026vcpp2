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150.06567" units="1/cm"/>
          <inkml:channelProperty channel="T" name="resolution" value="1" units="1/dev"/>
        </inkml:channelProperties>
      </inkml:inkSource>
      <inkml:timestamp xml:id="ts0" timeString="2026-09-07T00:05:54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24461 14316 0,'0'26'0,"0"11"0,0-37 0,0 40 15,0-13-15,0-15 16,0-20 0,6-21-16</inkml:trace>
  <inkml:trace contextRef="#ctx0" brushRef="#br0" timeOffset="71109.13">3653 11393 0,'0'0'0,"0"0"0,0 0 16,0 0 0</inkml:trace>
  <inkml:trace contextRef="#ctx0" brushRef="#br0" timeOffset="73473.81">10727 9811 0,'0'0'0,"0"0"16,0 0-16,0 0 15,0 0 1,0 0-16,-22 19 16,-11 4-16,-24 14 15,-11 5 1,-28 7-1,-24 2-15,-12-1 0,-16-6 16,3-5 0,5-8-16,2-2 15,-2-4 1,0-6-16,1-5 16,5-7-16,-3-5 31,5-7-31,9-6 0,-2-4 15,3-10-15,10-3 16,19-2 0,6-11-16,16-4 15,15-4-15,25 6 16,11-7 0,7-7-1,11-6 1,13-9-16,11-4 15,29-20-15,20-9 0,13-1 16,19 9 0,9 8-16,3 8 31,1 6-31,4 7 16,11 5-16,2 10 15,8 10 1,-1 9-16,1 8 0,-4 6 31,4 6-31,-6 8 16,-7 6-16,-13 4 15,-15 3 1,-2 7-16,-6 1 16,-12 5-1,-9 3-15,-4 3 16,-12 1-16,-11 5 15,-1 1 1,-3 7-16,-6 3 16,-2 0-16,-5 5 15,-8-2 1,-7 4-16,-2-1 16,-7 3-16,0-4 15,-3 7 1,-5-4-16,-4 3 15,-5-1 1,-10 0-16,-1 1 16,-13 2-16,-4 0 15,-10-3 1,-22 12-16,-30 2 16,-24-7-16,-48-3 15,-31-9 1,-22-6-16</inkml:trace>
  <inkml:trace contextRef="#ctx0" brushRef="#br0" timeOffset="81607.46">7812 10293 0,'25'-3'0,"24"-11"0,-49 14 0,67-15 15,10-4-15,31-2 16,24-7-16,14 3 15,20-3 1,1-1 0,-4 0-16,1-2 15,-4 4-15,3 0 16,-1 1-16,3 4 16,0-2-16,-2 9 15,-2-5 1,-6 6-1,-11 0 1,-7 5-16,-12 0 0,-23-2 16,-14 3-1,-21 1-15,-17 2 16,-50 5 0,0 0-16,0 0 0,36-2 15,-36 2 1,30 0-16,-21 2 31</inkml:trace>
  <inkml:trace contextRef="#ctx0" brushRef="#br0" timeOffset="82177.39">7905 10392 0,'0'0'0,"0"0"0,22-9 0,16-5 16,27-8-16,6 0 16,30-7-1,26-4-15,12 2 16,13-2-16,-5 5 15,3 4 1,-1 2 0,10-3-16,9-7 15,4 4-15,4-1 16,2 4-16,4 5 16,-8 3-1,-14-2-15,-5 5 16,-5 1-1,-16 10-15,-5-1 16,-21 4-16,-18 0 16,-90 0-1,72 0 1,-72 0-16,47-6 0,-12-11 16</inkml:trace>
  <inkml:trace contextRef="#ctx0" brushRef="#br0" timeOffset="92529.89">3241 15008 0,'0'0'0,"5"31"16,4 18-16,5 29 15,8 3 1,-1-1-16,-5-1 15,-2-3-15,0-2 16,1-5-16,-1-11 16,-3-7-1,9 1-15,-1-1 16,-1-2-16,2-8 31,-20-41-31,0 0 16,21 35-1,-21-35-15,27 24 0,-2-11 16,-3-11 0,0-7-1,2-9-15,3-3 0,3-11 32,5-9-32,4-11 15,1-9-15,-4-6 16,5-8-1,10-28-15,12-14 16,2-9 0,-3 0-16,-6 11 15,-4 11-15,7 2 16</inkml:trace>
  <inkml:trace contextRef="#ctx0" brushRef="#br0" timeOffset="95624.96">8613 17137 0,'0'0'0,"27"-4"0,21-3 0,21-2 16,2 3 0,2-1-16,14-2 15,0 5 1,-8 1-16,3 1 15,2 2-15,0 2 16,0 2 0,-1 1-1,3-3-15,-2 3 0,3-1 16,-4 3 0,3-2-1,-7-2-15,5 0 16,-2 2-16,0-1 15,-1 3-15,1-3 32,-8 2-32,2 0 15,0-2 1,-6-3-16,-12-1 0,-4 0 16,3-1-1,-3 1 1,-1 1-16,1 5 0,0-2 15,-5 0 1,0 5 0,-3 0-16,-46-9 15,45 10 1,-45-10-16,48 8 16,-48-8-16,47 6 15,-47-6 1,0 0-16,0 0 15,45 3 1,-3-1-16,-4-2 16</inkml:trace>
  <inkml:trace contextRef="#ctx0" brushRef="#br0" timeOffset="97414.22">2076 18024 0,'0'0'0,"31"0"16,26-4-16,30 0 0,16-1 15,6 5 1,1-3-16,6 3 16,3 0-16,-1 0 15,4 0 1,6 0-16,2-5 15,1 0 1,6-1-16,9 6 16,23-1-16,8 2 15,-9-1 1,-26 0 0,-3-4-16,-9-7 0,-5-8 15,-5-10 1,3-5-16,-3 2 15,-7 4 1,-4 8-16,-8 9 16,-1 15-16,2 11 15,-2 11 1,3 11-16</inkml:trace>
  <inkml:trace contextRef="#ctx0" brushRef="#br0" timeOffset="142259.78">29656 15460 0,'0'0'0,"0"0"0,0 0 32,0 0-17,0 0-15,0 0 16,0 0-16,8 19 16,11 9-1,3 10-15,2 1 16,-2 4-1,3 3-15,-3 3 16,1 1-16,0 4 16,-5 0-1,-1-1-15,0 0 16,-5-3 0,2-2-16,-14-48 15,16 46-15,-16-46 16,0 0-1,0 0-15,14 39 16,-14-39-16,11 25 16,-3-17-1,0-18-15,4-16 16,6-17-16,4-24 16,5-12-1,11-35-15,6-26 16,-3 4-1,-8 18-15,-11 28 16,-22 90-16,18-67 16,-9 21-1,4 5-15,-13 41 16,10-37 0,-10 37-16,0 0 15,9-30 1,-9 30-16,0 0 15,0 0-15,9-27 16,0 2-16</inkml:trace>
  <inkml:trace contextRef="#ctx0" brushRef="#br0" timeOffset="142372.22">30388 15272 0,'0'0'0,"0"0"16,0 0-16,0 0 0</inkml:trace>
  <inkml:trace contextRef="#ctx0" brushRef="#br0" timeOffset="148588.54">26195 16424 0,'0'0'0,"0"0"0,-24 7 15,-20 7-15,-11 6 16,7 2-16,2 1 16,1-1-1,3-5-15,-1 1 16,-2 1-16,-1-7 15,0 2 1,-1-4-16,-4-2 16,2-3-1,-3-2-15,1 0 16,-1-6-16,5 0 16,-4-6-1,3-5-15,1 0 16,2-3-16,4-3 15,-2-5 1,2 1-16,1-4 16,2 2-1,3-5 1,2-2-16,0-4 0,9 0 16,2-1-1,3-2-15,8 2 16,5-5-16,4-5 15,9 2 1,2-5-16,8-3 16,3 0-1,3 3-15,7 0 16,4 2-16,5 2 16,0 7-1,6 1-15,4 7 16,6 2-16,-3 8 15,7 2 1,-2 9-16,4 2 16,-1 4-1,1 3 1,0 7-16,-1 1 16,-3 8-16,0 0 15,-5 12-15,0 0 31,-1 5-31,-10 5 0,-3 7 16,-3 1-16,-5 8 31,-8 6-31,-2 4 16,-7 7 0,-6 7-16,-9 31 15,-9 15 1,-14 16-16,-15 20 15</inkml:trace>
  <inkml:trace contextRef="#ctx0" brushRef="#br0" timeOffset="153376.66">29840 15549 0,'0'0'0,"0"0"16,0 0 0,0 20-16,6 18 15,8 16-15,0-13 16,-1-2-1,3-1 1,3 3-16,-2-1 0,2-3 16,0 2-1,0-6-15,0-1 16,-19-32 0,0 0-16,18 24 15,-18-24-15,0 0 16,17 16-1,-3-10-15,0-11 16,-1-5 0,-2-11-1,2-6-15,-4-6 0,4-10 32,1-14-32,8-6 0,-1-5 15,7-7-15,13-25 16,15-16-1,8-6 1,3 6-16</inkml:trace>
  <inkml:trace contextRef="#ctx0" brushRef="#br0" timeOffset="170178.81">29174 14975 0,'-30'0'0,"-14"0"16,-18 0-16,-14 4 16,-15 0-16,-3 4 15,1 1 1,-3 3-16,-1 5 15,2-1-15,-5-4 16,-4 0 0,-3-1-16,2-3 15,-4-1-15,-3-2 16,-4 0 0,-7-2-16,1 4 15,2 3 1,3-6-16,0 3 15,0-1-15,0 3 16,-2-5 0,-4-1-1,1-6-15,4-1 16,-1-2-16,-1-2 16,0 0-16,-1-5 31,2 5-31,0-3 15,0-2-15,3 0 0,0-7 16,1-2 0,10-1-16,2-4 31,3-7-31,3-6 16,1-4-16,2-3 0,4-4 31,2-3-31,4 0 15,2-4 1,0 1-16,5-4 0,8-5 0,-2-7 31,9-8-15,4-3-16,4-8 16,6-4-16,7-2 15,2 0 1,4-3-16,5 2 15,3 1 1,8 1-16,5-7 16,4 2-16,6-6 15,8-2 1,6 2-16,7-6 16,8-3-1,5-7-15,2 7 16,-2 1-16,8 4 15,7 3 1,2 3-16,3 5 16,4-1-16,11-7 15,11-2 1,0 4-16,9 0 16,7-4-16,1 6 15,-3 5 1,-3 11-16,7-1 15,-1 5 1,0 7-16,2 6 16,2 6-16,1 7 15,3 9 1,-5 4 0,9-3-16,8 6 15,14 4-15,1 5 16,3 3-1,5 1 1,5 6-16,-2 3 0,-4 9 16,0 5-16,-5 4 31,6 6-31,13 1 16,4 4-16,-1 1 0,4 2 15,-2 5 1,-3 7-1,0 1-15,-3 9 0,-2 1 16,-1 9 0,-3 6-16,-4 7 31,-1 6-31,-4 11 16,-3 2-1,-5 13-15,-8 6 16,-10 8-1,-2 8-15,-5 4 16,-7 9-16,-5 1 16,-9 9-1,-12 3-15,-12 6 16,-12 8 0,-15 4-16,-15 7 15,-7 4-15,-14 3 16,-11-1-1,-16 1-15,-12-2 16,-10-4 0,-12 0-16,-12 5 15,-12 4-15,-12-5 16,-5 0 0,-1-3-16,-6-5 15,-3-3-15,9-10 16,8-14-1,15-17-15,10-18 16,13-22-16,7-18 16,7-12-1,18-10-15,33-34 16,0 0-16,-33 25 16</inkml:trace>
  <inkml:trace contextRef="#ctx0" brushRef="#br0" timeOffset="186779.68">24587 12412 0,'0'0'0,"0"0"0,21 6 0,22 2 31,26 1-31,7-5 0,16 0 16,-1-4-16,4-2 15,3-4 1,2 0 0,3-2-1,0 5-15,-5 1 0,-1 0 16,-3 2 0,-3 0-16,3-2 15,-6 0 1,-4-1-16,-7 3 0,-7 3 31,-18 3-31,-4-1 16,-48-5-1,45 5-15,0-2 0</inkml:trace>
  <inkml:trace contextRef="#ctx0" brushRef="#br0" timeOffset="187263.04">25953 12175 0,'0'0'0,"0"0"15,0 0-15,0 0 16,0 0 0,19 5-16,24 0 15,18 3-15,3 1 16,-6 0 0,2-2-16,-9 2 15,-4 3-15,-15 0 16,-32-12-1,30 14-15,-30-14 16,19 17 0,-19-17-16,17 20 15,-10 5-15,-14 2 16,-13 1 0,-4 0-1,-17 8-15,-8 1 0,-6 9 16,-12-2-1,-23 22-15,-24 16 16,-11 22-16,4 12 31</inkml:trace>
  <inkml:trace contextRef="#ctx0" brushRef="#br0" timeOffset="199294.66">31183 5606 0,'0'0'0,"0"0"0,0 0 15,0 0 1,0 0-16,0 0 16,0 0-16,-6 21 15,5 19 1,-4 18-16,0 1 15,5 0 1,8 1-16,6 4 16,7-4-16,1-2 15,0-5 1,-1 6-16,1 1 16,-2 0-16,1-1 15,-2-4 1,1-8-16,-20-47 15,0 0 1,0 0-16,21 40 16,-5-17-16,-2-19 15,2-15 1,3-16-16,-2-13 16,7-23-16,-1-12 15,6-25 1,1-13-16,-4 1 15,-6 20 1,-1 23-16,-5 22 16,5 10-16,0 1 15,5 5 1,6 0-16</inkml:trace>
  <inkml:trace contextRef="#ctx0" brushRef="#br0" timeOffset="199430.18">31849 5895 0,'0'0'0,"0"0"0,0 0 15</inkml:trace>
  <inkml:trace contextRef="#ctx0" brushRef="#br0" timeOffset="-202788.95">31033 8370 0,'0'0'0,"0"0"0,-14-16 0,-2-8 15,-6-5 1,7 6-1,3 1-15,3 5 0,2 2 32,7 3-32,10 1 15,10 3 1,10 1-16,7 4 16,14 3-16,1 2 0,-2 3 15,-7 1 1,-2 4-1,0 3 1,-8 0-16,-4-2 16,-4 4-1,-1 2-15,-24-17 16,19 21-16,-2 7 16,-14 2-16,-12 5 0,-10 2 31,-22 11-16,-12 0-15,-5 8 16,-19 17-16,-3 11 16,17-13-1,13-8-15,20-15 16,17-7-16,13-6 16,10-3-1,4-7-15,11 0 16,7-1-16</inkml:trace>
  <inkml:trace contextRef="#ctx0" brushRef="#br0" timeOffset="-202364.76">31211 9507 0,'0'0'0,"0"0"0,0 0 0,0 0 15,0 0-15,0 17 16,0 6-16,0 11 16,0-7-1,0-2-15,7-8 16,6-2-1,1-9 1,-1-3-16,0-6 0,2 0 16,-2-5-1,-2-2-15,-5-3 16,-1 1 0,-5-3-16,-5-1 15,-7 3-15,-6-1 16,-10 5-1,-7 3 1,-5 9-16,-15 5 16,6 10-16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AFD8-75F3-4BC2-9C58-97E96DA69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8CD2D3-30BB-4DEC-8E5B-AADE19371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1F687A-301B-48D9-B2C1-C17A953B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FF06FA-FBF8-44EE-B111-B52FA761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04D60C-2841-4CAE-9563-B6D00FA3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50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0066A-A1E6-42D0-9278-5AFAE34B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3B385-AA8F-4D93-801D-586772BE9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30495-FE01-4FC2-A459-1DDF9D76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31C75A-AED8-43DB-9D0F-F7C9FCD5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D426D-8D07-4FCF-859A-E177D0FA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48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D862A-50C3-4469-8F3A-A92C0D51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4F6ED0-FE64-471A-BD53-CA7F5E5A1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0C6C4-C9DB-44C2-9942-DDBC11F0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CF139-7C82-4DEE-9EF4-79F78AD6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AE214-647E-45FB-9F7A-9022F4DC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17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A413E-A172-4FD7-9105-A56F3BC0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46865-B1E4-45CC-AA61-E1AD40210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5996AF-8B0F-4434-9DA9-1CC9E23F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E42B2B-CA09-435B-AF48-5F947092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9E9E05-27AB-4304-ACBC-29CCB41C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22343A-B0D7-4E52-AD2B-C42DCE95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48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F2AA6-5035-4218-87D2-8D04542A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4401FB-F5ED-4BE2-A7C3-F0FF60C2D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91C06D-FA8E-4748-A601-4A6D271B6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E9F762-2734-468B-8F0A-D13D4B2E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38E2CB-13DC-4643-AD7B-0E3E7DED1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E649C5-7D27-4E99-A589-E2BFFEC6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1EEC13-CFC9-4FFF-896C-7BE6EA2D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E7CCB8-9160-488D-9FE2-9FA1D1FD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805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B7C4D-4B38-48C3-8B88-A0D2E544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122691-DB88-47FC-8101-5CF588CE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5F7381-3E54-4306-B3F3-9C1F3B88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96890C-E22D-4F2F-ACB5-47396542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1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2961CB-57A8-484E-B5F4-6509514D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464130-4A2C-4728-929E-A2FB774C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B4332-903F-48D5-AD1A-6818B25D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36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8C39-280D-4437-BC65-442ABCFC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337C0C-47EC-4E07-AB9F-98C44E53D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D73564-5A7C-4732-9FBA-497B8CE1C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88353-D994-4410-A252-3B1BF1AB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0D6F3-D1FA-469A-B895-488F90C2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EC540-BCEE-4349-89ED-B7F90C47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86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E9CBA-8D2F-4A76-9F36-696B0257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252FA1-CEBC-4C4D-A52B-7D4B2A71B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6F0211-0F9E-4AC3-8FAB-E59964E83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E546C4-4170-4560-A855-BAECE204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ECA392-369A-4865-8D41-D01B50CD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8DF12-D0A7-4918-9E81-BBC7F60A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51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458F4-B13C-4B65-B4BC-5AD49545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C938C-FEF6-4052-BE71-6A1F86CEB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03FB8-D25B-4CF7-B3DB-24960FCE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A0054-E2EC-49EE-88B4-16826957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3BF68-381E-4A65-818B-6DD78F81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37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1CA4E2-3A11-44C5-B514-67CC4529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7A6317-D411-4BF0-A26A-2E3AC5223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8C6A8-6299-4D04-B4A7-9FBE2D1A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F7D8A-1D78-49BA-A7AE-CEF74A66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7E9BC-6D03-40B2-A35C-2771DC34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12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0C04ED-16FB-4128-B271-D0C554BD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4C66B8-3831-456D-ABCC-82B7170B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7F94E-11C3-4A74-9DCF-2147524A4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EB837-140B-4EB5-AF70-0F497A9DC82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3A696-F783-4EE0-841D-D47C56FCE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EB5B9C-A082-44EC-815B-A8E8BA2C9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622A0-CB36-4D17-8691-4D79A7E63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B123E-D697-4351-9C45-CB331129D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2026.09.07.</a:t>
            </a:r>
            <a:br>
              <a:rPr lang="en-US" altLang="ko-KR" dirty="0"/>
            </a:br>
            <a:r>
              <a:rPr lang="en-US" altLang="ko-KR" dirty="0"/>
              <a:t>VC++</a:t>
            </a:r>
            <a:r>
              <a:rPr lang="ko-KR" altLang="en-US" dirty="0"/>
              <a:t> 실습 정리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0333C-44E8-4465-8D9A-189F76CBD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471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B8227-BA3A-4AC4-9D18-32580EA8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5FEBB-206E-4D9D-BDE9-BEDFE7CD7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BE5083-11A7-4721-9BC7-A4CEB477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0E88833-FDE5-4818-A14B-6451F41675BC}"/>
                  </a:ext>
                </a:extLst>
              </p14:cNvPr>
              <p14:cNvContentPartPr/>
              <p14:nvPr/>
            </p14:nvContentPartPr>
            <p14:xfrm>
              <a:off x="747360" y="2018160"/>
              <a:ext cx="10718640" cy="44708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0E88833-FDE5-4818-A14B-6451F41675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000" y="2008800"/>
                <a:ext cx="10737360" cy="44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36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2B58C-C019-495E-9E77-CE8A3778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코드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14F2A5-21B7-4133-85F7-5F842C392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25" y="1825625"/>
            <a:ext cx="11247550" cy="466725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자료형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모든 자료형은 대문자로 구성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중간고사 시험에 대</a:t>
            </a:r>
            <a:r>
              <a:rPr lang="en-US" altLang="ko-KR" dirty="0"/>
              <a:t>/</a:t>
            </a:r>
            <a:r>
              <a:rPr lang="ko-KR" altLang="en-US" dirty="0"/>
              <a:t>소문자 구별 못하면 틀린 것으로 간주</a:t>
            </a:r>
            <a:endParaRPr lang="en-US" altLang="ko-KR" dirty="0"/>
          </a:p>
          <a:p>
            <a:pPr lvl="1"/>
            <a:r>
              <a:rPr lang="en-US" altLang="ko-KR" dirty="0"/>
              <a:t> H(</a:t>
            </a:r>
            <a:r>
              <a:rPr lang="ko-KR" altLang="en-US" dirty="0"/>
              <a:t>대문자 </a:t>
            </a:r>
            <a:r>
              <a:rPr lang="en-US" altLang="ko-KR" dirty="0"/>
              <a:t>H)</a:t>
            </a:r>
            <a:r>
              <a:rPr lang="ko-KR" altLang="en-US" dirty="0"/>
              <a:t>로 시작하면 모두 핸들 자료형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대부분의 자료형을 별도로 정의해서 사용</a:t>
            </a:r>
            <a:endParaRPr lang="en-US" altLang="ko-KR" dirty="0"/>
          </a:p>
          <a:p>
            <a:pPr lvl="2"/>
            <a:r>
              <a:rPr lang="en-US" altLang="ko-KR" dirty="0"/>
              <a:t> LRESULT, UINT_PTR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찾아보면 전부 숫자나 문자열 데이터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WND</a:t>
            </a:r>
            <a:r>
              <a:rPr lang="ko-KR" altLang="en-US" dirty="0">
                <a:sym typeface="Wingdings" panose="05000000000000000000" pitchFamily="2" charset="2"/>
              </a:rPr>
              <a:t>가 붙어있으면 모두 </a:t>
            </a:r>
            <a:r>
              <a:rPr lang="en-US" altLang="ko-KR" dirty="0">
                <a:sym typeface="Wingdings" panose="05000000000000000000" pitchFamily="2" charset="2"/>
              </a:rPr>
              <a:t>Window</a:t>
            </a:r>
            <a:r>
              <a:rPr lang="ko-KR" altLang="en-US" dirty="0">
                <a:sym typeface="Wingdings" panose="05000000000000000000" pitchFamily="2" charset="2"/>
              </a:rPr>
              <a:t>라는 의미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Ex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ko-KR" altLang="en-US" dirty="0" err="1">
                <a:sym typeface="Wingdings" panose="05000000000000000000" pitchFamily="2" charset="2"/>
              </a:rPr>
              <a:t>붙어있다면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원래 기능이나 정보체가 있는데 </a:t>
            </a:r>
            <a:r>
              <a:rPr lang="ko-KR" altLang="en-US" dirty="0" err="1">
                <a:sym typeface="Wingdings" panose="05000000000000000000" pitchFamily="2" charset="2"/>
              </a:rPr>
              <a:t>확장되었다라는</a:t>
            </a:r>
            <a:r>
              <a:rPr lang="ko-KR" altLang="en-US" dirty="0">
                <a:sym typeface="Wingdings" panose="05000000000000000000" pitchFamily="2" charset="2"/>
              </a:rPr>
              <a:t> 의미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 함수 이름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단어 </a:t>
            </a:r>
            <a:r>
              <a:rPr lang="en-US" altLang="ko-KR" dirty="0"/>
              <a:t>+ </a:t>
            </a:r>
            <a:r>
              <a:rPr lang="ko-KR" altLang="en-US" dirty="0"/>
              <a:t>단어 </a:t>
            </a:r>
            <a:r>
              <a:rPr lang="en-US" altLang="ko-KR" dirty="0"/>
              <a:t>+ </a:t>
            </a:r>
            <a:r>
              <a:rPr lang="ko-KR" altLang="en-US" dirty="0"/>
              <a:t>단어 </a:t>
            </a:r>
            <a:r>
              <a:rPr lang="en-US" altLang="ko-KR" dirty="0"/>
              <a:t>: </a:t>
            </a:r>
            <a:r>
              <a:rPr lang="ko-KR" altLang="en-US" dirty="0"/>
              <a:t>형식의 조합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BeginPaint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MoveToEx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단어끼리 조합될 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첫 글자는 반드시 대문자로 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995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B408F-C028-487E-95C6-4876031E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FE2CF-7C81-4CD4-A2A3-6E0052145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WndProc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Window Procedure : </a:t>
            </a:r>
            <a:r>
              <a:rPr lang="ko-KR" altLang="en-US" dirty="0"/>
              <a:t>윈도우 함수</a:t>
            </a:r>
            <a:endParaRPr lang="en-US" altLang="ko-KR" dirty="0"/>
          </a:p>
          <a:p>
            <a:pPr lvl="1"/>
            <a:r>
              <a:rPr lang="en-US" altLang="ko-KR" dirty="0"/>
              <a:t> CALLBACK </a:t>
            </a:r>
            <a:r>
              <a:rPr lang="ko-KR" altLang="en-US" dirty="0"/>
              <a:t>함수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중간고사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번 문제의 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일반적인 함수는 내가 작성하고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내가 호출</a:t>
            </a:r>
            <a:r>
              <a:rPr lang="en-US" altLang="ko-KR" dirty="0">
                <a:sym typeface="Wingdings" panose="05000000000000000000" pitchFamily="2" charset="2"/>
              </a:rPr>
              <a:t>(CALL)</a:t>
            </a:r>
            <a:r>
              <a:rPr lang="ko-KR" altLang="en-US" dirty="0">
                <a:sym typeface="Wingdings" panose="05000000000000000000" pitchFamily="2" charset="2"/>
              </a:rPr>
              <a:t>하는 형식으로 구성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printf</a:t>
            </a:r>
            <a:r>
              <a:rPr lang="en-US" altLang="ko-KR" dirty="0">
                <a:sym typeface="Wingdings" panose="05000000000000000000" pitchFamily="2" charset="2"/>
              </a:rPr>
              <a:t>( ), </a:t>
            </a:r>
            <a:r>
              <a:rPr lang="en-US" altLang="ko-KR" dirty="0" err="1">
                <a:sym typeface="Wingdings" panose="05000000000000000000" pitchFamily="2" charset="2"/>
              </a:rPr>
              <a:t>scanf</a:t>
            </a:r>
            <a:r>
              <a:rPr lang="en-US" altLang="ko-KR" dirty="0">
                <a:sym typeface="Wingdings" panose="05000000000000000000" pitchFamily="2" charset="2"/>
              </a:rPr>
              <a:t>( ), malloc( ) </a:t>
            </a:r>
            <a:r>
              <a:rPr lang="ko-KR" altLang="en-US" dirty="0">
                <a:sym typeface="Wingdings" panose="05000000000000000000" pitchFamily="2" charset="2"/>
              </a:rPr>
              <a:t>함수</a:t>
            </a:r>
            <a:r>
              <a:rPr lang="en-US" altLang="ko-KR" dirty="0">
                <a:sym typeface="Wingdings" panose="05000000000000000000" pitchFamily="2" charset="2"/>
              </a:rPr>
              <a:t>???  CALLBACK</a:t>
            </a:r>
            <a:r>
              <a:rPr lang="ko-KR" altLang="en-US" dirty="0">
                <a:sym typeface="Wingdings" panose="05000000000000000000" pitchFamily="2" charset="2"/>
              </a:rPr>
              <a:t> 함수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내가 작성하지만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실제 호출은 외부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운영체제가 호출하는 함수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기본적으로 나도 </a:t>
            </a:r>
            <a:r>
              <a:rPr lang="en-US" altLang="ko-KR" dirty="0">
                <a:sym typeface="Wingdings" panose="05000000000000000000" pitchFamily="2" charset="2"/>
              </a:rPr>
              <a:t>CALLBACK </a:t>
            </a:r>
            <a:r>
              <a:rPr lang="ko-KR" altLang="en-US" dirty="0">
                <a:sym typeface="Wingdings" panose="05000000000000000000" pitchFamily="2" charset="2"/>
              </a:rPr>
              <a:t>함수를 호출해서 사용할 수 있다</a:t>
            </a:r>
            <a:r>
              <a:rPr lang="en-US" altLang="ko-KR" dirty="0">
                <a:sym typeface="Wingdings" panose="05000000000000000000" pitchFamily="2" charset="2"/>
              </a:rPr>
              <a:t>!!!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문제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잘 이해하지 못한 상태에서 호출하면 무한 호출 상태에 놓일 수 있다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함수의 인수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HWND(</a:t>
            </a:r>
            <a:r>
              <a:rPr lang="ko-KR" altLang="en-US" dirty="0">
                <a:sym typeface="Wingdings" panose="05000000000000000000" pitchFamily="2" charset="2"/>
              </a:rPr>
              <a:t>어떤 윈도우가 메시지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사용자의 입력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키보드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마우스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받았는가</a:t>
            </a:r>
            <a:r>
              <a:rPr lang="en-US" altLang="ko-KR" dirty="0">
                <a:sym typeface="Wingdings" panose="05000000000000000000" pitchFamily="2" charset="2"/>
              </a:rPr>
              <a:t>?)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UINT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message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사용자가 입력 장치로 무엇을 했는지에 대한 정보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WPARAM, LPARAM : </a:t>
            </a:r>
            <a:r>
              <a:rPr lang="ko-KR" altLang="en-US" dirty="0">
                <a:sym typeface="Wingdings" panose="05000000000000000000" pitchFamily="2" charset="2"/>
              </a:rPr>
              <a:t>숫자 값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처리를 위한 부가 정보가 포함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690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C6168-1429-4A76-857C-C44DFCFB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그리기 프로그램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35B0E-B7EE-43F2-8259-1C1B3A03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04" y="1825625"/>
            <a:ext cx="11221792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선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개가 필요</a:t>
            </a:r>
            <a:r>
              <a:rPr lang="en-US" altLang="ko-KR" dirty="0"/>
              <a:t>, 2</a:t>
            </a:r>
            <a:r>
              <a:rPr lang="ko-KR" altLang="en-US" dirty="0"/>
              <a:t>개의 </a:t>
            </a:r>
            <a:r>
              <a:rPr lang="en-US" altLang="ko-KR" dirty="0"/>
              <a:t>API</a:t>
            </a:r>
            <a:r>
              <a:rPr lang="ko-KR" altLang="en-US" dirty="0"/>
              <a:t>를 사용해서 그린다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MoveToEx</a:t>
            </a:r>
            <a:r>
              <a:rPr lang="en-US" altLang="ko-KR" dirty="0"/>
              <a:t>( ) API – </a:t>
            </a:r>
            <a:r>
              <a:rPr lang="ko-KR" altLang="en-US" dirty="0"/>
              <a:t>시작 점을 설정한다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LineTo</a:t>
            </a:r>
            <a:r>
              <a:rPr lang="en-US" altLang="ko-KR" dirty="0"/>
              <a:t>( ) API – </a:t>
            </a:r>
            <a:r>
              <a:rPr lang="ko-KR" altLang="en-US" dirty="0"/>
              <a:t>끝점을 지정하고</a:t>
            </a:r>
            <a:r>
              <a:rPr lang="en-US" altLang="ko-KR" dirty="0"/>
              <a:t>, </a:t>
            </a:r>
            <a:r>
              <a:rPr lang="ko-KR" altLang="en-US" dirty="0"/>
              <a:t>동시에 선을 </a:t>
            </a:r>
            <a:r>
              <a:rPr lang="ko-KR" altLang="en-US" dirty="0" err="1"/>
              <a:t>그려라라는</a:t>
            </a:r>
            <a:r>
              <a:rPr lang="ko-KR" altLang="en-US" dirty="0"/>
              <a:t> 명령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사각형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개가 필요</a:t>
            </a:r>
            <a:endParaRPr lang="en-US" altLang="ko-KR" dirty="0"/>
          </a:p>
          <a:p>
            <a:pPr lvl="1"/>
            <a:r>
              <a:rPr lang="en-US" altLang="ko-KR" dirty="0"/>
              <a:t> Rectangle( ) API – </a:t>
            </a:r>
            <a:r>
              <a:rPr lang="ko-KR" altLang="en-US" dirty="0"/>
              <a:t>좌표를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 err="1"/>
              <a:t>좌상단</a:t>
            </a:r>
            <a:r>
              <a:rPr lang="en-US" altLang="ko-KR" dirty="0"/>
              <a:t>/</a:t>
            </a:r>
            <a:r>
              <a:rPr lang="ko-KR" altLang="en-US" dirty="0" err="1"/>
              <a:t>우하단</a:t>
            </a:r>
            <a:r>
              <a:rPr lang="en-US" altLang="ko-KR" dirty="0"/>
              <a:t>)</a:t>
            </a:r>
            <a:r>
              <a:rPr lang="ko-KR" altLang="en-US" dirty="0"/>
              <a:t> 설정해서 그리라는 명령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타원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개가 필요</a:t>
            </a:r>
            <a:endParaRPr lang="en-US" altLang="ko-KR" dirty="0"/>
          </a:p>
          <a:p>
            <a:pPr lvl="1"/>
            <a:r>
              <a:rPr lang="en-US" altLang="ko-KR" dirty="0"/>
              <a:t> Ellipse( ) API – </a:t>
            </a:r>
            <a:r>
              <a:rPr lang="ko-KR" altLang="en-US" dirty="0"/>
              <a:t>사각형과 같은 좌표를 주고</a:t>
            </a:r>
            <a:r>
              <a:rPr lang="en-US" altLang="ko-KR" dirty="0"/>
              <a:t>, </a:t>
            </a:r>
            <a:r>
              <a:rPr lang="ko-KR" altLang="en-US" dirty="0"/>
              <a:t>내접하는 원을 그리는 명령</a:t>
            </a:r>
          </a:p>
        </p:txBody>
      </p:sp>
    </p:spTree>
    <p:extLst>
      <p:ext uri="{BB962C8B-B14F-4D97-AF65-F5344CB8AC3E}">
        <p14:creationId xmlns:p14="http://schemas.microsoft.com/office/powerpoint/2010/main" val="169772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A05A7-CE5D-474E-BACB-E9CCD970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AEA3B5-4008-4754-82D5-BF6ED483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MS </a:t>
            </a:r>
            <a:r>
              <a:rPr lang="ko-KR" altLang="en-US" dirty="0"/>
              <a:t>공식 사이트</a:t>
            </a:r>
            <a:endParaRPr lang="en-US" altLang="ko-KR" dirty="0"/>
          </a:p>
          <a:p>
            <a:pPr lvl="1"/>
            <a:r>
              <a:rPr lang="en-US" altLang="ko-KR" dirty="0"/>
              <a:t> https://learn.microsoft.com/ko-kr/windows/win32/api/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Win32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 프로그래밍 가이드</a:t>
            </a:r>
            <a:endParaRPr lang="en-US" altLang="ko-KR" dirty="0"/>
          </a:p>
          <a:p>
            <a:pPr lvl="1"/>
            <a:r>
              <a:rPr lang="en-US" altLang="ko-KR" dirty="0"/>
              <a:t> http://www.soen.kr/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543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A08B3-FF81-498B-9A98-AFD37E1E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 색상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8FAB63-C42A-4D6F-8AF0-DCCDA7720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308"/>
          </a:xfrm>
        </p:spPr>
        <p:txBody>
          <a:bodyPr/>
          <a:lstStyle/>
          <a:p>
            <a:r>
              <a:rPr lang="en-US" altLang="ko-KR" dirty="0"/>
              <a:t> HDC</a:t>
            </a:r>
            <a:r>
              <a:rPr lang="ko-KR" altLang="en-US" dirty="0"/>
              <a:t>가 반드시 필요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교체 형식으로 변경</a:t>
            </a:r>
            <a:endParaRPr lang="en-US" altLang="ko-KR" dirty="0"/>
          </a:p>
          <a:p>
            <a:pPr lvl="1"/>
            <a:r>
              <a:rPr lang="en-US" altLang="ko-KR" dirty="0"/>
              <a:t> OS</a:t>
            </a:r>
            <a:r>
              <a:rPr lang="ko-KR" altLang="en-US" dirty="0"/>
              <a:t>가 들고 있을 수 있는 펜의 종류는 단 한 개만 존재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내가 다른 펜을 </a:t>
            </a:r>
            <a:r>
              <a:rPr lang="en-US" altLang="ko-KR" dirty="0"/>
              <a:t>OS</a:t>
            </a:r>
            <a:r>
              <a:rPr lang="ko-KR" altLang="en-US" dirty="0"/>
              <a:t>에게 전달하면</a:t>
            </a:r>
            <a:r>
              <a:rPr lang="en-US" altLang="ko-KR" dirty="0"/>
              <a:t>, OS</a:t>
            </a:r>
            <a:r>
              <a:rPr lang="ko-KR" altLang="en-US" dirty="0"/>
              <a:t>는 지금 펜을 반환한다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사용을 열심히 한다</a:t>
            </a:r>
            <a:r>
              <a:rPr lang="en-US" altLang="ko-KR" dirty="0"/>
              <a:t>~~~ : </a:t>
            </a:r>
            <a:r>
              <a:rPr lang="ko-KR" altLang="en-US" dirty="0"/>
              <a:t>내가 준 펜으로 동작 중</a:t>
            </a:r>
            <a:r>
              <a:rPr lang="en-US" altLang="ko-KR" dirty="0"/>
              <a:t>~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 사용하면 </a:t>
            </a:r>
            <a:r>
              <a:rPr lang="en-US" altLang="ko-KR" dirty="0"/>
              <a:t>OS</a:t>
            </a:r>
            <a:r>
              <a:rPr lang="ko-KR" altLang="en-US" dirty="0"/>
              <a:t>에게 원래 펜을 돌려준다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색상 변경을 위한 </a:t>
            </a:r>
            <a:r>
              <a:rPr lang="en-US" altLang="ko-KR" dirty="0"/>
              <a:t>API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CreatePen</a:t>
            </a:r>
            <a:r>
              <a:rPr lang="en-US" altLang="ko-KR" dirty="0"/>
              <a:t>( ) – </a:t>
            </a:r>
            <a:r>
              <a:rPr lang="ko-KR" altLang="en-US" dirty="0"/>
              <a:t>펜을 생성한다</a:t>
            </a:r>
            <a:r>
              <a:rPr lang="en-US" altLang="ko-KR" dirty="0"/>
              <a:t>. (</a:t>
            </a:r>
            <a:r>
              <a:rPr lang="ko-KR" altLang="en-US" dirty="0"/>
              <a:t>동적 메모리 할당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SelectObject</a:t>
            </a:r>
            <a:r>
              <a:rPr lang="en-US" altLang="ko-KR" dirty="0"/>
              <a:t>( ) – </a:t>
            </a:r>
            <a:r>
              <a:rPr lang="ko-KR" altLang="en-US" dirty="0"/>
              <a:t>펜을 교체한다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DeleteObject</a:t>
            </a:r>
            <a:r>
              <a:rPr lang="en-US" altLang="ko-KR" dirty="0"/>
              <a:t>( ) – </a:t>
            </a:r>
            <a:r>
              <a:rPr lang="ko-KR" altLang="en-US" dirty="0"/>
              <a:t>생성된 펜의 메모리 해제 요청</a:t>
            </a:r>
          </a:p>
        </p:txBody>
      </p:sp>
    </p:spTree>
    <p:extLst>
      <p:ext uri="{BB962C8B-B14F-4D97-AF65-F5344CB8AC3E}">
        <p14:creationId xmlns:p14="http://schemas.microsoft.com/office/powerpoint/2010/main" val="364962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99ECD-58BB-4506-80F2-7C81542E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 색상 변경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04FC9A-29B0-427A-A9D5-A9C43DDBB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1. </a:t>
            </a:r>
            <a:r>
              <a:rPr lang="ko-KR" altLang="en-US" dirty="0"/>
              <a:t>사용할 펜을 생성한다</a:t>
            </a:r>
            <a:r>
              <a:rPr lang="en-US" altLang="ko-KR" dirty="0"/>
              <a:t>. </a:t>
            </a:r>
            <a:r>
              <a:rPr lang="en-US" altLang="ko-KR" b="1" dirty="0" err="1"/>
              <a:t>CreatePen</a:t>
            </a:r>
            <a:endParaRPr lang="en-US" altLang="ko-KR" b="1" dirty="0"/>
          </a:p>
          <a:p>
            <a:r>
              <a:rPr lang="en-US" altLang="ko-KR" dirty="0"/>
              <a:t> 2. </a:t>
            </a:r>
            <a:r>
              <a:rPr lang="ko-KR" altLang="en-US" dirty="0"/>
              <a:t>현재 </a:t>
            </a:r>
            <a:r>
              <a:rPr lang="en-US" altLang="ko-KR" dirty="0"/>
              <a:t>OS</a:t>
            </a:r>
            <a:r>
              <a:rPr lang="ko-KR" altLang="en-US" dirty="0"/>
              <a:t>의 펜과 교체한다</a:t>
            </a:r>
            <a:r>
              <a:rPr lang="en-US" altLang="ko-KR" dirty="0"/>
              <a:t>. </a:t>
            </a:r>
            <a:r>
              <a:rPr lang="en-US" altLang="ko-KR" b="1" dirty="0" err="1"/>
              <a:t>SelectObject</a:t>
            </a:r>
            <a:endParaRPr lang="en-US" altLang="ko-KR" b="1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교체되는 시점에 현재 </a:t>
            </a:r>
            <a:r>
              <a:rPr lang="en-US" altLang="ko-KR" dirty="0"/>
              <a:t>OS</a:t>
            </a:r>
            <a:r>
              <a:rPr lang="ko-KR" altLang="en-US" dirty="0"/>
              <a:t>의 펜이 반환된다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백업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3. HDC</a:t>
            </a:r>
            <a:r>
              <a:rPr lang="ko-KR" altLang="en-US" dirty="0">
                <a:sym typeface="Wingdings" panose="05000000000000000000" pitchFamily="2" charset="2"/>
              </a:rPr>
              <a:t>를 이용해 그리기를 한다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en-US" altLang="ko-KR" b="1" dirty="0" err="1">
                <a:sym typeface="Wingdings" panose="05000000000000000000" pitchFamily="2" charset="2"/>
              </a:rPr>
              <a:t>LineTo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b="1" dirty="0">
                <a:sym typeface="Wingdings" panose="05000000000000000000" pitchFamily="2" charset="2"/>
              </a:rPr>
              <a:t>Rectangle</a:t>
            </a:r>
            <a:r>
              <a:rPr lang="en-US" altLang="ko-KR" dirty="0">
                <a:sym typeface="Wingdings" panose="05000000000000000000" pitchFamily="2" charset="2"/>
              </a:rPr>
              <a:t> …)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4. </a:t>
            </a:r>
            <a:r>
              <a:rPr lang="ko-KR" altLang="en-US" dirty="0">
                <a:sym typeface="Wingdings" panose="05000000000000000000" pitchFamily="2" charset="2"/>
              </a:rPr>
              <a:t>사용 한 후에 </a:t>
            </a:r>
            <a:r>
              <a:rPr lang="en-US" altLang="ko-KR" dirty="0">
                <a:sym typeface="Wingdings" panose="05000000000000000000" pitchFamily="2" charset="2"/>
              </a:rPr>
              <a:t>OS</a:t>
            </a:r>
            <a:r>
              <a:rPr lang="ko-KR" altLang="en-US" dirty="0">
                <a:sym typeface="Wingdings" panose="05000000000000000000" pitchFamily="2" charset="2"/>
              </a:rPr>
              <a:t>의 원래 펜으로 복원해준다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en-US" altLang="ko-KR" b="1" dirty="0" err="1">
                <a:sym typeface="Wingdings" panose="05000000000000000000" pitchFamily="2" charset="2"/>
              </a:rPr>
              <a:t>SelectObject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5. </a:t>
            </a:r>
            <a:r>
              <a:rPr lang="ko-KR" altLang="en-US" dirty="0">
                <a:sym typeface="Wingdings" panose="05000000000000000000" pitchFamily="2" charset="2"/>
              </a:rPr>
              <a:t>사용이 완료된 펜은 해제를 요청한다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en-US" altLang="ko-KR" b="1" dirty="0" err="1">
                <a:sym typeface="Wingdings" panose="05000000000000000000" pitchFamily="2" charset="2"/>
              </a:rPr>
              <a:t>DeleteObject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26975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F28FC-CC26-4222-9E67-B01ABD85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면 색상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BA64E-13C7-4374-B8BC-AC49EE195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HDC</a:t>
            </a:r>
            <a:r>
              <a:rPr lang="ko-KR" altLang="en-US" dirty="0"/>
              <a:t>가 반드시 필요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교체 형식으로 면의 색상을 변경</a:t>
            </a:r>
            <a:endParaRPr lang="en-US" altLang="ko-KR" dirty="0"/>
          </a:p>
          <a:p>
            <a:pPr lvl="1"/>
            <a:r>
              <a:rPr lang="en-US" altLang="ko-KR" dirty="0"/>
              <a:t> 1) </a:t>
            </a:r>
            <a:r>
              <a:rPr lang="ko-KR" altLang="en-US" dirty="0"/>
              <a:t>생성</a:t>
            </a:r>
            <a:r>
              <a:rPr lang="en-US" altLang="ko-KR" dirty="0"/>
              <a:t>, 2) </a:t>
            </a:r>
            <a:r>
              <a:rPr lang="ko-KR" altLang="en-US" dirty="0"/>
              <a:t>교체</a:t>
            </a:r>
            <a:r>
              <a:rPr lang="en-US" altLang="ko-KR" dirty="0"/>
              <a:t>, 3) </a:t>
            </a:r>
            <a:r>
              <a:rPr lang="ko-KR" altLang="en-US" dirty="0"/>
              <a:t>사용</a:t>
            </a:r>
            <a:r>
              <a:rPr lang="en-US" altLang="ko-KR" dirty="0"/>
              <a:t>, 4) </a:t>
            </a:r>
            <a:r>
              <a:rPr lang="ko-KR" altLang="en-US" dirty="0"/>
              <a:t>교체</a:t>
            </a:r>
            <a:r>
              <a:rPr lang="en-US" altLang="ko-KR" dirty="0"/>
              <a:t>, 5) </a:t>
            </a:r>
            <a:r>
              <a:rPr lang="ko-KR" altLang="en-US" dirty="0"/>
              <a:t>해제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면의 색상 변경을 위한 </a:t>
            </a:r>
            <a:r>
              <a:rPr lang="en-US" altLang="ko-KR" dirty="0"/>
              <a:t>API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CreateSolidBrush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SelectObject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DeleteObject</a:t>
            </a:r>
            <a:r>
              <a:rPr lang="en-US" altLang="ko-KR" dirty="0"/>
              <a:t>( ) 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419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1AB0A-5001-491B-B482-20D169B8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자유선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9FB5F-2F25-46A3-A71E-417F9D488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69" y="1825625"/>
            <a:ext cx="11788462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자유선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선들은 사실</a:t>
            </a:r>
            <a:r>
              <a:rPr lang="en-US" altLang="ko-KR" dirty="0"/>
              <a:t>, </a:t>
            </a:r>
            <a:r>
              <a:rPr lang="ko-KR" altLang="en-US" dirty="0"/>
              <a:t>직선의 모임이 곡선이 되는 형태로 구성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새롭게 알아야하는 </a:t>
            </a:r>
            <a:r>
              <a:rPr lang="en-US" altLang="ko-KR" dirty="0"/>
              <a:t>API</a:t>
            </a:r>
            <a:r>
              <a:rPr lang="ko-KR" altLang="en-US" dirty="0"/>
              <a:t>는 없다</a:t>
            </a:r>
            <a:endParaRPr lang="en-US" altLang="ko-KR" dirty="0"/>
          </a:p>
          <a:p>
            <a:pPr lvl="1"/>
            <a:r>
              <a:rPr lang="en-US" altLang="ko-KR" dirty="0"/>
              <a:t> GUI</a:t>
            </a:r>
            <a:r>
              <a:rPr lang="ko-KR" altLang="en-US" dirty="0"/>
              <a:t>가 어떻게 동작하는지에 대해 정확하게 이해해야 그릴 수 있다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자유선을 그리기 위해서는 </a:t>
            </a:r>
            <a:r>
              <a:rPr lang="en-US" altLang="ko-KR" dirty="0"/>
              <a:t>CALLBACK </a:t>
            </a:r>
            <a:r>
              <a:rPr lang="ko-KR" altLang="en-US" dirty="0"/>
              <a:t>함수에 대해 이해해야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CALLBACK </a:t>
            </a:r>
            <a:r>
              <a:rPr lang="ko-KR" altLang="en-US" dirty="0"/>
              <a:t>함수의 문제점 </a:t>
            </a:r>
            <a:r>
              <a:rPr lang="en-US" altLang="ko-KR" dirty="0"/>
              <a:t>: </a:t>
            </a:r>
            <a:r>
              <a:rPr lang="ko-KR" altLang="en-US" dirty="0"/>
              <a:t>함수이기 때문에 문제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함수 호출 </a:t>
            </a:r>
            <a:r>
              <a:rPr lang="en-US" altLang="ko-KR" dirty="0"/>
              <a:t>: </a:t>
            </a:r>
            <a:r>
              <a:rPr lang="ko-KR" altLang="en-US" dirty="0"/>
              <a:t>스택에 함수 정보가 포함되고</a:t>
            </a:r>
            <a:r>
              <a:rPr lang="en-US" altLang="ko-KR" dirty="0"/>
              <a:t>, </a:t>
            </a:r>
            <a:r>
              <a:rPr lang="ko-KR" altLang="en-US" dirty="0"/>
              <a:t>호출이 끝나면 유지되지 않음</a:t>
            </a:r>
          </a:p>
        </p:txBody>
      </p:sp>
    </p:spTree>
    <p:extLst>
      <p:ext uri="{BB962C8B-B14F-4D97-AF65-F5344CB8AC3E}">
        <p14:creationId xmlns:p14="http://schemas.microsoft.com/office/powerpoint/2010/main" val="298190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5068C-5AF0-48E2-8A0C-244A3BE0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6CCF8-FC17-4FD1-81C7-2D697931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357642-65A1-40AB-8ED1-C17FAAE9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82"/>
            <a:ext cx="12192000" cy="67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95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648</Words>
  <Application>Microsoft Office PowerPoint</Application>
  <PresentationFormat>와이드스크린</PresentationFormat>
  <Paragraphs>79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2026.09.07. VC++ 실습 정리</vt:lpstr>
      <vt:lpstr>PowerPoint 프레젠테이션</vt:lpstr>
      <vt:lpstr>프로그램 코드 작성</vt:lpstr>
      <vt:lpstr>주요 함수</vt:lpstr>
      <vt:lpstr>그리기 프로그램 작성</vt:lpstr>
      <vt:lpstr>참고 사이트</vt:lpstr>
      <vt:lpstr>선 색상 변경</vt:lpstr>
      <vt:lpstr>선 색상 변경 순서</vt:lpstr>
      <vt:lpstr>면 색상 변경</vt:lpstr>
      <vt:lpstr>자유선 그리기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2026.09.07. VC++ 실습 정리</dc:title>
  <dc:creator>YUHAN</dc:creator>
  <cp:lastModifiedBy>YUHAN</cp:lastModifiedBy>
  <cp:revision>9</cp:revision>
  <dcterms:created xsi:type="dcterms:W3CDTF">2026-09-07T00:10:58Z</dcterms:created>
  <dcterms:modified xsi:type="dcterms:W3CDTF">2026-09-07T06:47:24Z</dcterms:modified>
</cp:coreProperties>
</file>