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1F971-1D0F-47F2-B2EA-8741BF33C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9C183B-0CB7-4091-B216-E35F07082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D809B-296A-4D2E-A6DA-45207256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C4A20-C885-4800-A11F-BE1772A1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14BEC-AF52-4D28-9A15-38D170621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9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B2146-6B80-4EC9-82DC-3C0DBBBC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76E859-1188-4FE4-813A-72A51EC6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D04F8-5E71-4348-8352-EB3BF9A9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7CDE21-112E-4080-A40B-037C8424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A45AE5-AA55-4905-B46A-7247CD70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74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C03DF-CAE9-475B-A563-EBE5F2BF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7B2AB8-42C3-4920-9856-9556260CA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05F8B4-6F56-4D7C-BDD8-2A3316F4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0321A-A740-4792-91A0-2692B69D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98150-8FF3-4151-8F5D-A3298EB4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64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AFCCE-1BC6-444E-9E6B-A7B37DE8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AF7DF0-50C0-4FE8-AC2A-2F3361175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9968F5-AC31-4756-8938-BD03B717C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479C7F-A20E-4C49-980B-6CF395FC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B619F9-D154-4D4C-AFF7-95662596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3CA48-B589-426D-B041-AC8D5082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73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D98E-E8C2-4AB5-982C-F3A09116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4837D4-9B25-45B1-A9C6-63D8ED45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D8DB54-FD87-4508-B2F9-693728D3C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B86B95-1CD4-42C0-91ED-4BF37B4F6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28CBD1-77C1-4F05-B9DB-3198812C2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F90BC8-7B0B-45BC-B8C6-865C4AE2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68E455-7ABE-4F8F-B678-2309BEAD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FE0599-9337-4EDF-9CAF-B131DBEA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87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1EE1F-C350-4558-B601-3A46DABF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7A4999-7838-4645-B7B2-321F57B4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907233-D0EB-42D6-8B34-DD5FD5E8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CB3898-FD64-40DE-AF7A-235E5A386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7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23C766-0981-489C-AF8F-3E470CA7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6E912A-E206-41B5-901A-F01D2264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7B96-857A-4C45-986A-B16479A6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4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6CD26-7704-4101-A146-355814A5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2E8E9-9F66-4699-9556-3663ECCB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25DA34-BEBA-48C8-B3F4-E18994E4A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07EACF-B2E9-4C71-8826-5CA8DDEC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A3D0D7-46FE-4834-82BE-83C81C23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93436-4886-486A-9330-BAC5ED4E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7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5D096-9450-446D-A87F-338D1899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4038A5-A1B8-4367-9582-9457697DD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57C46F-A01F-41CD-80FB-6E75E2376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08212-F5DC-43F4-A66E-C7D9BA94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D8292B-CED3-48E3-B33F-01BCE93B4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79316A-F7EB-4BCA-99AE-F0FF8E6F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2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D2B89-5C21-4063-AE8F-DC3B2471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F18FBE-E08D-4E17-8AAE-CF8E68DD6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697ECD-0D90-4554-89C1-EEA90E91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903FA9-4459-49BF-BC2A-EC611DBF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96990A-8B28-4A15-BCCC-F46377AD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51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8A26C2-2A0A-4E79-B7BE-3D2CBDE49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DE8AC3-9376-42A1-B820-7B698E27A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11507-11FC-43A3-9299-2E565693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82623B-439A-48C8-B763-41B79F1D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73DA6D-F841-46E9-88A3-B3CA8C00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4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3D6E18-FBB4-4A24-9155-B46794C4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38FBB-2FF0-4632-A39D-1031FF0ED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6F572B-E025-4FDD-9BC7-6C5C2CEB0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E7971-63D4-4486-BE08-234DEFAED20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EC331A-33FE-4ACB-B92E-5CFA4456D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FEAE74-F2D6-4C36-9EAC-FC8FD368F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EA665-BA39-448E-9440-02BF7D09F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75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96A6A-4933-4E74-822C-7BAE7986C9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VC++ </a:t>
            </a:r>
            <a:r>
              <a:rPr lang="ko-KR" altLang="en-US" dirty="0"/>
              <a:t>실습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D0BB9B-DB41-478C-8B38-4FCA8F35FD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26</a:t>
            </a:r>
            <a:r>
              <a:rPr lang="ko-KR" altLang="en-US" dirty="0"/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77510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r>
              <a:rPr lang="ko-KR" altLang="en-US" dirty="0"/>
              <a:t>스레드</a:t>
            </a:r>
            <a:r>
              <a:rPr lang="en-US" altLang="ko-KR" dirty="0"/>
              <a:t>(Thread)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11650134" cy="141393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작업 수행의 단위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각각의 작업이 별도로 이루어진다</a:t>
            </a:r>
            <a:r>
              <a:rPr lang="en-US" altLang="ko-KR" dirty="0"/>
              <a:t>. </a:t>
            </a:r>
            <a:r>
              <a:rPr lang="ko-KR" altLang="en-US" dirty="0"/>
              <a:t>따로 작업을 진행한다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게임에서 나 이외의 모든 나를 공격하거나 같이 공격하는 객체들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B1207C5-A93D-4FC6-9002-71A85BF14DD9}"/>
              </a:ext>
            </a:extLst>
          </p:cNvPr>
          <p:cNvGrpSpPr/>
          <p:nvPr/>
        </p:nvGrpSpPr>
        <p:grpSpPr>
          <a:xfrm>
            <a:off x="2565063" y="2785472"/>
            <a:ext cx="7061874" cy="3750795"/>
            <a:chOff x="1743459" y="2497668"/>
            <a:chExt cx="7603742" cy="40385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9CDAAA8-887D-410D-BCBE-8ACDFE206569}"/>
                </a:ext>
              </a:extLst>
            </p:cNvPr>
            <p:cNvSpPr/>
            <p:nvPr/>
          </p:nvSpPr>
          <p:spPr>
            <a:xfrm>
              <a:off x="1905000" y="2497668"/>
              <a:ext cx="1016000" cy="101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C0AC74E-2E7F-40B7-B23F-BCD7BB1426A2}"/>
                </a:ext>
              </a:extLst>
            </p:cNvPr>
            <p:cNvSpPr/>
            <p:nvPr/>
          </p:nvSpPr>
          <p:spPr>
            <a:xfrm>
              <a:off x="4047067" y="2497668"/>
              <a:ext cx="1016000" cy="101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46458F2-DE16-48F2-84F6-DC4CBA1A6B5F}"/>
                </a:ext>
              </a:extLst>
            </p:cNvPr>
            <p:cNvSpPr/>
            <p:nvPr/>
          </p:nvSpPr>
          <p:spPr>
            <a:xfrm>
              <a:off x="6189134" y="2497668"/>
              <a:ext cx="1016000" cy="101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2EDFE19-9D32-456F-8CB9-4F527C5D5267}"/>
                </a:ext>
              </a:extLst>
            </p:cNvPr>
            <p:cNvSpPr/>
            <p:nvPr/>
          </p:nvSpPr>
          <p:spPr>
            <a:xfrm>
              <a:off x="8331201" y="2497668"/>
              <a:ext cx="1016000" cy="101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F50A662-21DE-4E76-8F1E-54B5443C4770}"/>
                </a:ext>
              </a:extLst>
            </p:cNvPr>
            <p:cNvSpPr/>
            <p:nvPr/>
          </p:nvSpPr>
          <p:spPr>
            <a:xfrm>
              <a:off x="1743459" y="3513667"/>
              <a:ext cx="932097" cy="3022600"/>
            </a:xfrm>
            <a:custGeom>
              <a:avLst/>
              <a:gdLst>
                <a:gd name="connsiteX0" fmla="*/ 661074 w 932097"/>
                <a:gd name="connsiteY0" fmla="*/ 0 h 3022600"/>
                <a:gd name="connsiteX1" fmla="*/ 694941 w 932097"/>
                <a:gd name="connsiteY1" fmla="*/ 177800 h 3022600"/>
                <a:gd name="connsiteX2" fmla="*/ 779608 w 932097"/>
                <a:gd name="connsiteY2" fmla="*/ 296333 h 3022600"/>
                <a:gd name="connsiteX3" fmla="*/ 805008 w 932097"/>
                <a:gd name="connsiteY3" fmla="*/ 338666 h 3022600"/>
                <a:gd name="connsiteX4" fmla="*/ 898141 w 932097"/>
                <a:gd name="connsiteY4" fmla="*/ 448733 h 3022600"/>
                <a:gd name="connsiteX5" fmla="*/ 821941 w 932097"/>
                <a:gd name="connsiteY5" fmla="*/ 592666 h 3022600"/>
                <a:gd name="connsiteX6" fmla="*/ 119208 w 932097"/>
                <a:gd name="connsiteY6" fmla="*/ 795866 h 3022600"/>
                <a:gd name="connsiteX7" fmla="*/ 34541 w 932097"/>
                <a:gd name="connsiteY7" fmla="*/ 855133 h 3022600"/>
                <a:gd name="connsiteX8" fmla="*/ 674 w 932097"/>
                <a:gd name="connsiteY8" fmla="*/ 905933 h 3022600"/>
                <a:gd name="connsiteX9" fmla="*/ 153074 w 932097"/>
                <a:gd name="connsiteY9" fmla="*/ 990600 h 3022600"/>
                <a:gd name="connsiteX10" fmla="*/ 440941 w 932097"/>
                <a:gd name="connsiteY10" fmla="*/ 1075266 h 3022600"/>
                <a:gd name="connsiteX11" fmla="*/ 669541 w 932097"/>
                <a:gd name="connsiteY11" fmla="*/ 1193800 h 3022600"/>
                <a:gd name="connsiteX12" fmla="*/ 805008 w 932097"/>
                <a:gd name="connsiteY12" fmla="*/ 1253066 h 3022600"/>
                <a:gd name="connsiteX13" fmla="*/ 915074 w 932097"/>
                <a:gd name="connsiteY13" fmla="*/ 1320800 h 3022600"/>
                <a:gd name="connsiteX14" fmla="*/ 923541 w 932097"/>
                <a:gd name="connsiteY14" fmla="*/ 1346200 h 3022600"/>
                <a:gd name="connsiteX15" fmla="*/ 872741 w 932097"/>
                <a:gd name="connsiteY15" fmla="*/ 1430866 h 3022600"/>
                <a:gd name="connsiteX16" fmla="*/ 297008 w 932097"/>
                <a:gd name="connsiteY16" fmla="*/ 1676400 h 3022600"/>
                <a:gd name="connsiteX17" fmla="*/ 170008 w 932097"/>
                <a:gd name="connsiteY17" fmla="*/ 1752600 h 3022600"/>
                <a:gd name="connsiteX18" fmla="*/ 136141 w 932097"/>
                <a:gd name="connsiteY18" fmla="*/ 1794933 h 3022600"/>
                <a:gd name="connsiteX19" fmla="*/ 127674 w 932097"/>
                <a:gd name="connsiteY19" fmla="*/ 1828800 h 3022600"/>
                <a:gd name="connsiteX20" fmla="*/ 305474 w 932097"/>
                <a:gd name="connsiteY20" fmla="*/ 1921933 h 3022600"/>
                <a:gd name="connsiteX21" fmla="*/ 728808 w 932097"/>
                <a:gd name="connsiteY21" fmla="*/ 2133600 h 3022600"/>
                <a:gd name="connsiteX22" fmla="*/ 737274 w 932097"/>
                <a:gd name="connsiteY22" fmla="*/ 2235200 h 3022600"/>
                <a:gd name="connsiteX23" fmla="*/ 576408 w 932097"/>
                <a:gd name="connsiteY23" fmla="*/ 2319866 h 3022600"/>
                <a:gd name="connsiteX24" fmla="*/ 449408 w 932097"/>
                <a:gd name="connsiteY24" fmla="*/ 2362200 h 3022600"/>
                <a:gd name="connsiteX25" fmla="*/ 534074 w 932097"/>
                <a:gd name="connsiteY25" fmla="*/ 2582333 h 3022600"/>
                <a:gd name="connsiteX26" fmla="*/ 728808 w 932097"/>
                <a:gd name="connsiteY26" fmla="*/ 2937933 h 3022600"/>
                <a:gd name="connsiteX27" fmla="*/ 737274 w 932097"/>
                <a:gd name="connsiteY27" fmla="*/ 2971800 h 3022600"/>
                <a:gd name="connsiteX28" fmla="*/ 754208 w 932097"/>
                <a:gd name="connsiteY28" fmla="*/ 3022600 h 302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32097" h="3022600">
                  <a:moveTo>
                    <a:pt x="661074" y="0"/>
                  </a:moveTo>
                  <a:cubicBezTo>
                    <a:pt x="672363" y="59267"/>
                    <a:pt x="677059" y="120179"/>
                    <a:pt x="694941" y="177800"/>
                  </a:cubicBezTo>
                  <a:cubicBezTo>
                    <a:pt x="708316" y="220896"/>
                    <a:pt x="753875" y="260951"/>
                    <a:pt x="779608" y="296333"/>
                  </a:cubicBezTo>
                  <a:cubicBezTo>
                    <a:pt x="789287" y="309642"/>
                    <a:pt x="794473" y="326024"/>
                    <a:pt x="805008" y="338666"/>
                  </a:cubicBezTo>
                  <a:cubicBezTo>
                    <a:pt x="927771" y="485983"/>
                    <a:pt x="813006" y="321031"/>
                    <a:pt x="898141" y="448733"/>
                  </a:cubicBezTo>
                  <a:cubicBezTo>
                    <a:pt x="920636" y="516218"/>
                    <a:pt x="948164" y="548318"/>
                    <a:pt x="821941" y="592666"/>
                  </a:cubicBezTo>
                  <a:cubicBezTo>
                    <a:pt x="313234" y="771401"/>
                    <a:pt x="426459" y="631998"/>
                    <a:pt x="119208" y="795866"/>
                  </a:cubicBezTo>
                  <a:cubicBezTo>
                    <a:pt x="88811" y="812078"/>
                    <a:pt x="62763" y="835377"/>
                    <a:pt x="34541" y="855133"/>
                  </a:cubicBezTo>
                  <a:cubicBezTo>
                    <a:pt x="23252" y="872066"/>
                    <a:pt x="-4681" y="886299"/>
                    <a:pt x="674" y="905933"/>
                  </a:cubicBezTo>
                  <a:cubicBezTo>
                    <a:pt x="7635" y="931457"/>
                    <a:pt x="150287" y="989671"/>
                    <a:pt x="153074" y="990600"/>
                  </a:cubicBezTo>
                  <a:cubicBezTo>
                    <a:pt x="247961" y="1022229"/>
                    <a:pt x="345656" y="1044856"/>
                    <a:pt x="440941" y="1075266"/>
                  </a:cubicBezTo>
                  <a:cubicBezTo>
                    <a:pt x="612680" y="1130076"/>
                    <a:pt x="496634" y="1101584"/>
                    <a:pt x="669541" y="1193800"/>
                  </a:cubicBezTo>
                  <a:cubicBezTo>
                    <a:pt x="713030" y="1216994"/>
                    <a:pt x="760923" y="1231024"/>
                    <a:pt x="805008" y="1253066"/>
                  </a:cubicBezTo>
                  <a:cubicBezTo>
                    <a:pt x="842370" y="1271747"/>
                    <a:pt x="879613" y="1297158"/>
                    <a:pt x="915074" y="1320800"/>
                  </a:cubicBezTo>
                  <a:cubicBezTo>
                    <a:pt x="917896" y="1329267"/>
                    <a:pt x="921089" y="1337619"/>
                    <a:pt x="923541" y="1346200"/>
                  </a:cubicBezTo>
                  <a:cubicBezTo>
                    <a:pt x="937917" y="1396514"/>
                    <a:pt x="941741" y="1392158"/>
                    <a:pt x="872741" y="1430866"/>
                  </a:cubicBezTo>
                  <a:cubicBezTo>
                    <a:pt x="434059" y="1676956"/>
                    <a:pt x="742761" y="1485363"/>
                    <a:pt x="297008" y="1676400"/>
                  </a:cubicBezTo>
                  <a:cubicBezTo>
                    <a:pt x="251631" y="1695847"/>
                    <a:pt x="212341" y="1727200"/>
                    <a:pt x="170008" y="1752600"/>
                  </a:cubicBezTo>
                  <a:cubicBezTo>
                    <a:pt x="158719" y="1766711"/>
                    <a:pt x="144917" y="1779136"/>
                    <a:pt x="136141" y="1794933"/>
                  </a:cubicBezTo>
                  <a:cubicBezTo>
                    <a:pt x="130490" y="1805105"/>
                    <a:pt x="122948" y="1818166"/>
                    <a:pt x="127674" y="1828800"/>
                  </a:cubicBezTo>
                  <a:cubicBezTo>
                    <a:pt x="153834" y="1887660"/>
                    <a:pt x="272817" y="1906594"/>
                    <a:pt x="305474" y="1921933"/>
                  </a:cubicBezTo>
                  <a:cubicBezTo>
                    <a:pt x="448274" y="1989006"/>
                    <a:pt x="728808" y="2133600"/>
                    <a:pt x="728808" y="2133600"/>
                  </a:cubicBezTo>
                  <a:cubicBezTo>
                    <a:pt x="731630" y="2167467"/>
                    <a:pt x="741027" y="2201424"/>
                    <a:pt x="737274" y="2235200"/>
                  </a:cubicBezTo>
                  <a:cubicBezTo>
                    <a:pt x="727912" y="2319455"/>
                    <a:pt x="639635" y="2301510"/>
                    <a:pt x="576408" y="2319866"/>
                  </a:cubicBezTo>
                  <a:cubicBezTo>
                    <a:pt x="533554" y="2332307"/>
                    <a:pt x="491741" y="2348089"/>
                    <a:pt x="449408" y="2362200"/>
                  </a:cubicBezTo>
                  <a:cubicBezTo>
                    <a:pt x="477630" y="2435578"/>
                    <a:pt x="499750" y="2511604"/>
                    <a:pt x="534074" y="2582333"/>
                  </a:cubicBezTo>
                  <a:cubicBezTo>
                    <a:pt x="593077" y="2703915"/>
                    <a:pt x="728808" y="2937933"/>
                    <a:pt x="728808" y="2937933"/>
                  </a:cubicBezTo>
                  <a:cubicBezTo>
                    <a:pt x="731630" y="2949222"/>
                    <a:pt x="733188" y="2960905"/>
                    <a:pt x="737274" y="2971800"/>
                  </a:cubicBezTo>
                  <a:cubicBezTo>
                    <a:pt x="756732" y="3023689"/>
                    <a:pt x="754208" y="2987242"/>
                    <a:pt x="754208" y="30226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BCF0B34-363F-4D00-95B9-97967B4FB667}"/>
                </a:ext>
              </a:extLst>
            </p:cNvPr>
            <p:cNvSpPr/>
            <p:nvPr/>
          </p:nvSpPr>
          <p:spPr>
            <a:xfrm>
              <a:off x="3966296" y="3513667"/>
              <a:ext cx="932097" cy="3022600"/>
            </a:xfrm>
            <a:custGeom>
              <a:avLst/>
              <a:gdLst>
                <a:gd name="connsiteX0" fmla="*/ 661074 w 932097"/>
                <a:gd name="connsiteY0" fmla="*/ 0 h 3022600"/>
                <a:gd name="connsiteX1" fmla="*/ 694941 w 932097"/>
                <a:gd name="connsiteY1" fmla="*/ 177800 h 3022600"/>
                <a:gd name="connsiteX2" fmla="*/ 779608 w 932097"/>
                <a:gd name="connsiteY2" fmla="*/ 296333 h 3022600"/>
                <a:gd name="connsiteX3" fmla="*/ 805008 w 932097"/>
                <a:gd name="connsiteY3" fmla="*/ 338666 h 3022600"/>
                <a:gd name="connsiteX4" fmla="*/ 898141 w 932097"/>
                <a:gd name="connsiteY4" fmla="*/ 448733 h 3022600"/>
                <a:gd name="connsiteX5" fmla="*/ 821941 w 932097"/>
                <a:gd name="connsiteY5" fmla="*/ 592666 h 3022600"/>
                <a:gd name="connsiteX6" fmla="*/ 119208 w 932097"/>
                <a:gd name="connsiteY6" fmla="*/ 795866 h 3022600"/>
                <a:gd name="connsiteX7" fmla="*/ 34541 w 932097"/>
                <a:gd name="connsiteY7" fmla="*/ 855133 h 3022600"/>
                <a:gd name="connsiteX8" fmla="*/ 674 w 932097"/>
                <a:gd name="connsiteY8" fmla="*/ 905933 h 3022600"/>
                <a:gd name="connsiteX9" fmla="*/ 153074 w 932097"/>
                <a:gd name="connsiteY9" fmla="*/ 990600 h 3022600"/>
                <a:gd name="connsiteX10" fmla="*/ 440941 w 932097"/>
                <a:gd name="connsiteY10" fmla="*/ 1075266 h 3022600"/>
                <a:gd name="connsiteX11" fmla="*/ 669541 w 932097"/>
                <a:gd name="connsiteY11" fmla="*/ 1193800 h 3022600"/>
                <a:gd name="connsiteX12" fmla="*/ 805008 w 932097"/>
                <a:gd name="connsiteY12" fmla="*/ 1253066 h 3022600"/>
                <a:gd name="connsiteX13" fmla="*/ 915074 w 932097"/>
                <a:gd name="connsiteY13" fmla="*/ 1320800 h 3022600"/>
                <a:gd name="connsiteX14" fmla="*/ 923541 w 932097"/>
                <a:gd name="connsiteY14" fmla="*/ 1346200 h 3022600"/>
                <a:gd name="connsiteX15" fmla="*/ 872741 w 932097"/>
                <a:gd name="connsiteY15" fmla="*/ 1430866 h 3022600"/>
                <a:gd name="connsiteX16" fmla="*/ 297008 w 932097"/>
                <a:gd name="connsiteY16" fmla="*/ 1676400 h 3022600"/>
                <a:gd name="connsiteX17" fmla="*/ 170008 w 932097"/>
                <a:gd name="connsiteY17" fmla="*/ 1752600 h 3022600"/>
                <a:gd name="connsiteX18" fmla="*/ 136141 w 932097"/>
                <a:gd name="connsiteY18" fmla="*/ 1794933 h 3022600"/>
                <a:gd name="connsiteX19" fmla="*/ 127674 w 932097"/>
                <a:gd name="connsiteY19" fmla="*/ 1828800 h 3022600"/>
                <a:gd name="connsiteX20" fmla="*/ 305474 w 932097"/>
                <a:gd name="connsiteY20" fmla="*/ 1921933 h 3022600"/>
                <a:gd name="connsiteX21" fmla="*/ 728808 w 932097"/>
                <a:gd name="connsiteY21" fmla="*/ 2133600 h 3022600"/>
                <a:gd name="connsiteX22" fmla="*/ 737274 w 932097"/>
                <a:gd name="connsiteY22" fmla="*/ 2235200 h 3022600"/>
                <a:gd name="connsiteX23" fmla="*/ 576408 w 932097"/>
                <a:gd name="connsiteY23" fmla="*/ 2319866 h 3022600"/>
                <a:gd name="connsiteX24" fmla="*/ 449408 w 932097"/>
                <a:gd name="connsiteY24" fmla="*/ 2362200 h 3022600"/>
                <a:gd name="connsiteX25" fmla="*/ 534074 w 932097"/>
                <a:gd name="connsiteY25" fmla="*/ 2582333 h 3022600"/>
                <a:gd name="connsiteX26" fmla="*/ 728808 w 932097"/>
                <a:gd name="connsiteY26" fmla="*/ 2937933 h 3022600"/>
                <a:gd name="connsiteX27" fmla="*/ 737274 w 932097"/>
                <a:gd name="connsiteY27" fmla="*/ 2971800 h 3022600"/>
                <a:gd name="connsiteX28" fmla="*/ 754208 w 932097"/>
                <a:gd name="connsiteY28" fmla="*/ 3022600 h 302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32097" h="3022600">
                  <a:moveTo>
                    <a:pt x="661074" y="0"/>
                  </a:moveTo>
                  <a:cubicBezTo>
                    <a:pt x="672363" y="59267"/>
                    <a:pt x="677059" y="120179"/>
                    <a:pt x="694941" y="177800"/>
                  </a:cubicBezTo>
                  <a:cubicBezTo>
                    <a:pt x="708316" y="220896"/>
                    <a:pt x="753875" y="260951"/>
                    <a:pt x="779608" y="296333"/>
                  </a:cubicBezTo>
                  <a:cubicBezTo>
                    <a:pt x="789287" y="309642"/>
                    <a:pt x="794473" y="326024"/>
                    <a:pt x="805008" y="338666"/>
                  </a:cubicBezTo>
                  <a:cubicBezTo>
                    <a:pt x="927771" y="485983"/>
                    <a:pt x="813006" y="321031"/>
                    <a:pt x="898141" y="448733"/>
                  </a:cubicBezTo>
                  <a:cubicBezTo>
                    <a:pt x="920636" y="516218"/>
                    <a:pt x="948164" y="548318"/>
                    <a:pt x="821941" y="592666"/>
                  </a:cubicBezTo>
                  <a:cubicBezTo>
                    <a:pt x="313234" y="771401"/>
                    <a:pt x="426459" y="631998"/>
                    <a:pt x="119208" y="795866"/>
                  </a:cubicBezTo>
                  <a:cubicBezTo>
                    <a:pt x="88811" y="812078"/>
                    <a:pt x="62763" y="835377"/>
                    <a:pt x="34541" y="855133"/>
                  </a:cubicBezTo>
                  <a:cubicBezTo>
                    <a:pt x="23252" y="872066"/>
                    <a:pt x="-4681" y="886299"/>
                    <a:pt x="674" y="905933"/>
                  </a:cubicBezTo>
                  <a:cubicBezTo>
                    <a:pt x="7635" y="931457"/>
                    <a:pt x="150287" y="989671"/>
                    <a:pt x="153074" y="990600"/>
                  </a:cubicBezTo>
                  <a:cubicBezTo>
                    <a:pt x="247961" y="1022229"/>
                    <a:pt x="345656" y="1044856"/>
                    <a:pt x="440941" y="1075266"/>
                  </a:cubicBezTo>
                  <a:cubicBezTo>
                    <a:pt x="612680" y="1130076"/>
                    <a:pt x="496634" y="1101584"/>
                    <a:pt x="669541" y="1193800"/>
                  </a:cubicBezTo>
                  <a:cubicBezTo>
                    <a:pt x="713030" y="1216994"/>
                    <a:pt x="760923" y="1231024"/>
                    <a:pt x="805008" y="1253066"/>
                  </a:cubicBezTo>
                  <a:cubicBezTo>
                    <a:pt x="842370" y="1271747"/>
                    <a:pt x="879613" y="1297158"/>
                    <a:pt x="915074" y="1320800"/>
                  </a:cubicBezTo>
                  <a:cubicBezTo>
                    <a:pt x="917896" y="1329267"/>
                    <a:pt x="921089" y="1337619"/>
                    <a:pt x="923541" y="1346200"/>
                  </a:cubicBezTo>
                  <a:cubicBezTo>
                    <a:pt x="937917" y="1396514"/>
                    <a:pt x="941741" y="1392158"/>
                    <a:pt x="872741" y="1430866"/>
                  </a:cubicBezTo>
                  <a:cubicBezTo>
                    <a:pt x="434059" y="1676956"/>
                    <a:pt x="742761" y="1485363"/>
                    <a:pt x="297008" y="1676400"/>
                  </a:cubicBezTo>
                  <a:cubicBezTo>
                    <a:pt x="251631" y="1695847"/>
                    <a:pt x="212341" y="1727200"/>
                    <a:pt x="170008" y="1752600"/>
                  </a:cubicBezTo>
                  <a:cubicBezTo>
                    <a:pt x="158719" y="1766711"/>
                    <a:pt x="144917" y="1779136"/>
                    <a:pt x="136141" y="1794933"/>
                  </a:cubicBezTo>
                  <a:cubicBezTo>
                    <a:pt x="130490" y="1805105"/>
                    <a:pt x="122948" y="1818166"/>
                    <a:pt x="127674" y="1828800"/>
                  </a:cubicBezTo>
                  <a:cubicBezTo>
                    <a:pt x="153834" y="1887660"/>
                    <a:pt x="272817" y="1906594"/>
                    <a:pt x="305474" y="1921933"/>
                  </a:cubicBezTo>
                  <a:cubicBezTo>
                    <a:pt x="448274" y="1989006"/>
                    <a:pt x="728808" y="2133600"/>
                    <a:pt x="728808" y="2133600"/>
                  </a:cubicBezTo>
                  <a:cubicBezTo>
                    <a:pt x="731630" y="2167467"/>
                    <a:pt x="741027" y="2201424"/>
                    <a:pt x="737274" y="2235200"/>
                  </a:cubicBezTo>
                  <a:cubicBezTo>
                    <a:pt x="727912" y="2319455"/>
                    <a:pt x="639635" y="2301510"/>
                    <a:pt x="576408" y="2319866"/>
                  </a:cubicBezTo>
                  <a:cubicBezTo>
                    <a:pt x="533554" y="2332307"/>
                    <a:pt x="491741" y="2348089"/>
                    <a:pt x="449408" y="2362200"/>
                  </a:cubicBezTo>
                  <a:cubicBezTo>
                    <a:pt x="477630" y="2435578"/>
                    <a:pt x="499750" y="2511604"/>
                    <a:pt x="534074" y="2582333"/>
                  </a:cubicBezTo>
                  <a:cubicBezTo>
                    <a:pt x="593077" y="2703915"/>
                    <a:pt x="728808" y="2937933"/>
                    <a:pt x="728808" y="2937933"/>
                  </a:cubicBezTo>
                  <a:cubicBezTo>
                    <a:pt x="731630" y="2949222"/>
                    <a:pt x="733188" y="2960905"/>
                    <a:pt x="737274" y="2971800"/>
                  </a:cubicBezTo>
                  <a:cubicBezTo>
                    <a:pt x="756732" y="3023689"/>
                    <a:pt x="754208" y="2987242"/>
                    <a:pt x="754208" y="30226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03EB7CE7-6F71-40FD-9E0D-30E1DF8AFC7A}"/>
                </a:ext>
              </a:extLst>
            </p:cNvPr>
            <p:cNvSpPr/>
            <p:nvPr/>
          </p:nvSpPr>
          <p:spPr>
            <a:xfrm>
              <a:off x="6024460" y="3513667"/>
              <a:ext cx="932097" cy="3022600"/>
            </a:xfrm>
            <a:custGeom>
              <a:avLst/>
              <a:gdLst>
                <a:gd name="connsiteX0" fmla="*/ 661074 w 932097"/>
                <a:gd name="connsiteY0" fmla="*/ 0 h 3022600"/>
                <a:gd name="connsiteX1" fmla="*/ 694941 w 932097"/>
                <a:gd name="connsiteY1" fmla="*/ 177800 h 3022600"/>
                <a:gd name="connsiteX2" fmla="*/ 779608 w 932097"/>
                <a:gd name="connsiteY2" fmla="*/ 296333 h 3022600"/>
                <a:gd name="connsiteX3" fmla="*/ 805008 w 932097"/>
                <a:gd name="connsiteY3" fmla="*/ 338666 h 3022600"/>
                <a:gd name="connsiteX4" fmla="*/ 898141 w 932097"/>
                <a:gd name="connsiteY4" fmla="*/ 448733 h 3022600"/>
                <a:gd name="connsiteX5" fmla="*/ 821941 w 932097"/>
                <a:gd name="connsiteY5" fmla="*/ 592666 h 3022600"/>
                <a:gd name="connsiteX6" fmla="*/ 119208 w 932097"/>
                <a:gd name="connsiteY6" fmla="*/ 795866 h 3022600"/>
                <a:gd name="connsiteX7" fmla="*/ 34541 w 932097"/>
                <a:gd name="connsiteY7" fmla="*/ 855133 h 3022600"/>
                <a:gd name="connsiteX8" fmla="*/ 674 w 932097"/>
                <a:gd name="connsiteY8" fmla="*/ 905933 h 3022600"/>
                <a:gd name="connsiteX9" fmla="*/ 153074 w 932097"/>
                <a:gd name="connsiteY9" fmla="*/ 990600 h 3022600"/>
                <a:gd name="connsiteX10" fmla="*/ 440941 w 932097"/>
                <a:gd name="connsiteY10" fmla="*/ 1075266 h 3022600"/>
                <a:gd name="connsiteX11" fmla="*/ 669541 w 932097"/>
                <a:gd name="connsiteY11" fmla="*/ 1193800 h 3022600"/>
                <a:gd name="connsiteX12" fmla="*/ 805008 w 932097"/>
                <a:gd name="connsiteY12" fmla="*/ 1253066 h 3022600"/>
                <a:gd name="connsiteX13" fmla="*/ 915074 w 932097"/>
                <a:gd name="connsiteY13" fmla="*/ 1320800 h 3022600"/>
                <a:gd name="connsiteX14" fmla="*/ 923541 w 932097"/>
                <a:gd name="connsiteY14" fmla="*/ 1346200 h 3022600"/>
                <a:gd name="connsiteX15" fmla="*/ 872741 w 932097"/>
                <a:gd name="connsiteY15" fmla="*/ 1430866 h 3022600"/>
                <a:gd name="connsiteX16" fmla="*/ 297008 w 932097"/>
                <a:gd name="connsiteY16" fmla="*/ 1676400 h 3022600"/>
                <a:gd name="connsiteX17" fmla="*/ 170008 w 932097"/>
                <a:gd name="connsiteY17" fmla="*/ 1752600 h 3022600"/>
                <a:gd name="connsiteX18" fmla="*/ 136141 w 932097"/>
                <a:gd name="connsiteY18" fmla="*/ 1794933 h 3022600"/>
                <a:gd name="connsiteX19" fmla="*/ 127674 w 932097"/>
                <a:gd name="connsiteY19" fmla="*/ 1828800 h 3022600"/>
                <a:gd name="connsiteX20" fmla="*/ 305474 w 932097"/>
                <a:gd name="connsiteY20" fmla="*/ 1921933 h 3022600"/>
                <a:gd name="connsiteX21" fmla="*/ 728808 w 932097"/>
                <a:gd name="connsiteY21" fmla="*/ 2133600 h 3022600"/>
                <a:gd name="connsiteX22" fmla="*/ 737274 w 932097"/>
                <a:gd name="connsiteY22" fmla="*/ 2235200 h 3022600"/>
                <a:gd name="connsiteX23" fmla="*/ 576408 w 932097"/>
                <a:gd name="connsiteY23" fmla="*/ 2319866 h 3022600"/>
                <a:gd name="connsiteX24" fmla="*/ 449408 w 932097"/>
                <a:gd name="connsiteY24" fmla="*/ 2362200 h 3022600"/>
                <a:gd name="connsiteX25" fmla="*/ 534074 w 932097"/>
                <a:gd name="connsiteY25" fmla="*/ 2582333 h 3022600"/>
                <a:gd name="connsiteX26" fmla="*/ 728808 w 932097"/>
                <a:gd name="connsiteY26" fmla="*/ 2937933 h 3022600"/>
                <a:gd name="connsiteX27" fmla="*/ 737274 w 932097"/>
                <a:gd name="connsiteY27" fmla="*/ 2971800 h 3022600"/>
                <a:gd name="connsiteX28" fmla="*/ 754208 w 932097"/>
                <a:gd name="connsiteY28" fmla="*/ 3022600 h 302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32097" h="3022600">
                  <a:moveTo>
                    <a:pt x="661074" y="0"/>
                  </a:moveTo>
                  <a:cubicBezTo>
                    <a:pt x="672363" y="59267"/>
                    <a:pt x="677059" y="120179"/>
                    <a:pt x="694941" y="177800"/>
                  </a:cubicBezTo>
                  <a:cubicBezTo>
                    <a:pt x="708316" y="220896"/>
                    <a:pt x="753875" y="260951"/>
                    <a:pt x="779608" y="296333"/>
                  </a:cubicBezTo>
                  <a:cubicBezTo>
                    <a:pt x="789287" y="309642"/>
                    <a:pt x="794473" y="326024"/>
                    <a:pt x="805008" y="338666"/>
                  </a:cubicBezTo>
                  <a:cubicBezTo>
                    <a:pt x="927771" y="485983"/>
                    <a:pt x="813006" y="321031"/>
                    <a:pt x="898141" y="448733"/>
                  </a:cubicBezTo>
                  <a:cubicBezTo>
                    <a:pt x="920636" y="516218"/>
                    <a:pt x="948164" y="548318"/>
                    <a:pt x="821941" y="592666"/>
                  </a:cubicBezTo>
                  <a:cubicBezTo>
                    <a:pt x="313234" y="771401"/>
                    <a:pt x="426459" y="631998"/>
                    <a:pt x="119208" y="795866"/>
                  </a:cubicBezTo>
                  <a:cubicBezTo>
                    <a:pt x="88811" y="812078"/>
                    <a:pt x="62763" y="835377"/>
                    <a:pt x="34541" y="855133"/>
                  </a:cubicBezTo>
                  <a:cubicBezTo>
                    <a:pt x="23252" y="872066"/>
                    <a:pt x="-4681" y="886299"/>
                    <a:pt x="674" y="905933"/>
                  </a:cubicBezTo>
                  <a:cubicBezTo>
                    <a:pt x="7635" y="931457"/>
                    <a:pt x="150287" y="989671"/>
                    <a:pt x="153074" y="990600"/>
                  </a:cubicBezTo>
                  <a:cubicBezTo>
                    <a:pt x="247961" y="1022229"/>
                    <a:pt x="345656" y="1044856"/>
                    <a:pt x="440941" y="1075266"/>
                  </a:cubicBezTo>
                  <a:cubicBezTo>
                    <a:pt x="612680" y="1130076"/>
                    <a:pt x="496634" y="1101584"/>
                    <a:pt x="669541" y="1193800"/>
                  </a:cubicBezTo>
                  <a:cubicBezTo>
                    <a:pt x="713030" y="1216994"/>
                    <a:pt x="760923" y="1231024"/>
                    <a:pt x="805008" y="1253066"/>
                  </a:cubicBezTo>
                  <a:cubicBezTo>
                    <a:pt x="842370" y="1271747"/>
                    <a:pt x="879613" y="1297158"/>
                    <a:pt x="915074" y="1320800"/>
                  </a:cubicBezTo>
                  <a:cubicBezTo>
                    <a:pt x="917896" y="1329267"/>
                    <a:pt x="921089" y="1337619"/>
                    <a:pt x="923541" y="1346200"/>
                  </a:cubicBezTo>
                  <a:cubicBezTo>
                    <a:pt x="937917" y="1396514"/>
                    <a:pt x="941741" y="1392158"/>
                    <a:pt x="872741" y="1430866"/>
                  </a:cubicBezTo>
                  <a:cubicBezTo>
                    <a:pt x="434059" y="1676956"/>
                    <a:pt x="742761" y="1485363"/>
                    <a:pt x="297008" y="1676400"/>
                  </a:cubicBezTo>
                  <a:cubicBezTo>
                    <a:pt x="251631" y="1695847"/>
                    <a:pt x="212341" y="1727200"/>
                    <a:pt x="170008" y="1752600"/>
                  </a:cubicBezTo>
                  <a:cubicBezTo>
                    <a:pt x="158719" y="1766711"/>
                    <a:pt x="144917" y="1779136"/>
                    <a:pt x="136141" y="1794933"/>
                  </a:cubicBezTo>
                  <a:cubicBezTo>
                    <a:pt x="130490" y="1805105"/>
                    <a:pt x="122948" y="1818166"/>
                    <a:pt x="127674" y="1828800"/>
                  </a:cubicBezTo>
                  <a:cubicBezTo>
                    <a:pt x="153834" y="1887660"/>
                    <a:pt x="272817" y="1906594"/>
                    <a:pt x="305474" y="1921933"/>
                  </a:cubicBezTo>
                  <a:cubicBezTo>
                    <a:pt x="448274" y="1989006"/>
                    <a:pt x="728808" y="2133600"/>
                    <a:pt x="728808" y="2133600"/>
                  </a:cubicBezTo>
                  <a:cubicBezTo>
                    <a:pt x="731630" y="2167467"/>
                    <a:pt x="741027" y="2201424"/>
                    <a:pt x="737274" y="2235200"/>
                  </a:cubicBezTo>
                  <a:cubicBezTo>
                    <a:pt x="727912" y="2319455"/>
                    <a:pt x="639635" y="2301510"/>
                    <a:pt x="576408" y="2319866"/>
                  </a:cubicBezTo>
                  <a:cubicBezTo>
                    <a:pt x="533554" y="2332307"/>
                    <a:pt x="491741" y="2348089"/>
                    <a:pt x="449408" y="2362200"/>
                  </a:cubicBezTo>
                  <a:cubicBezTo>
                    <a:pt x="477630" y="2435578"/>
                    <a:pt x="499750" y="2511604"/>
                    <a:pt x="534074" y="2582333"/>
                  </a:cubicBezTo>
                  <a:cubicBezTo>
                    <a:pt x="593077" y="2703915"/>
                    <a:pt x="728808" y="2937933"/>
                    <a:pt x="728808" y="2937933"/>
                  </a:cubicBezTo>
                  <a:cubicBezTo>
                    <a:pt x="731630" y="2949222"/>
                    <a:pt x="733188" y="2960905"/>
                    <a:pt x="737274" y="2971800"/>
                  </a:cubicBezTo>
                  <a:cubicBezTo>
                    <a:pt x="756732" y="3023689"/>
                    <a:pt x="754208" y="2987242"/>
                    <a:pt x="754208" y="30226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02806FFC-200E-4EAC-AFDE-D3DE182CB361}"/>
                </a:ext>
              </a:extLst>
            </p:cNvPr>
            <p:cNvSpPr/>
            <p:nvPr/>
          </p:nvSpPr>
          <p:spPr>
            <a:xfrm>
              <a:off x="8242727" y="3513667"/>
              <a:ext cx="932097" cy="3022600"/>
            </a:xfrm>
            <a:custGeom>
              <a:avLst/>
              <a:gdLst>
                <a:gd name="connsiteX0" fmla="*/ 661074 w 932097"/>
                <a:gd name="connsiteY0" fmla="*/ 0 h 3022600"/>
                <a:gd name="connsiteX1" fmla="*/ 694941 w 932097"/>
                <a:gd name="connsiteY1" fmla="*/ 177800 h 3022600"/>
                <a:gd name="connsiteX2" fmla="*/ 779608 w 932097"/>
                <a:gd name="connsiteY2" fmla="*/ 296333 h 3022600"/>
                <a:gd name="connsiteX3" fmla="*/ 805008 w 932097"/>
                <a:gd name="connsiteY3" fmla="*/ 338666 h 3022600"/>
                <a:gd name="connsiteX4" fmla="*/ 898141 w 932097"/>
                <a:gd name="connsiteY4" fmla="*/ 448733 h 3022600"/>
                <a:gd name="connsiteX5" fmla="*/ 821941 w 932097"/>
                <a:gd name="connsiteY5" fmla="*/ 592666 h 3022600"/>
                <a:gd name="connsiteX6" fmla="*/ 119208 w 932097"/>
                <a:gd name="connsiteY6" fmla="*/ 795866 h 3022600"/>
                <a:gd name="connsiteX7" fmla="*/ 34541 w 932097"/>
                <a:gd name="connsiteY7" fmla="*/ 855133 h 3022600"/>
                <a:gd name="connsiteX8" fmla="*/ 674 w 932097"/>
                <a:gd name="connsiteY8" fmla="*/ 905933 h 3022600"/>
                <a:gd name="connsiteX9" fmla="*/ 153074 w 932097"/>
                <a:gd name="connsiteY9" fmla="*/ 990600 h 3022600"/>
                <a:gd name="connsiteX10" fmla="*/ 440941 w 932097"/>
                <a:gd name="connsiteY10" fmla="*/ 1075266 h 3022600"/>
                <a:gd name="connsiteX11" fmla="*/ 669541 w 932097"/>
                <a:gd name="connsiteY11" fmla="*/ 1193800 h 3022600"/>
                <a:gd name="connsiteX12" fmla="*/ 805008 w 932097"/>
                <a:gd name="connsiteY12" fmla="*/ 1253066 h 3022600"/>
                <a:gd name="connsiteX13" fmla="*/ 915074 w 932097"/>
                <a:gd name="connsiteY13" fmla="*/ 1320800 h 3022600"/>
                <a:gd name="connsiteX14" fmla="*/ 923541 w 932097"/>
                <a:gd name="connsiteY14" fmla="*/ 1346200 h 3022600"/>
                <a:gd name="connsiteX15" fmla="*/ 872741 w 932097"/>
                <a:gd name="connsiteY15" fmla="*/ 1430866 h 3022600"/>
                <a:gd name="connsiteX16" fmla="*/ 297008 w 932097"/>
                <a:gd name="connsiteY16" fmla="*/ 1676400 h 3022600"/>
                <a:gd name="connsiteX17" fmla="*/ 170008 w 932097"/>
                <a:gd name="connsiteY17" fmla="*/ 1752600 h 3022600"/>
                <a:gd name="connsiteX18" fmla="*/ 136141 w 932097"/>
                <a:gd name="connsiteY18" fmla="*/ 1794933 h 3022600"/>
                <a:gd name="connsiteX19" fmla="*/ 127674 w 932097"/>
                <a:gd name="connsiteY19" fmla="*/ 1828800 h 3022600"/>
                <a:gd name="connsiteX20" fmla="*/ 305474 w 932097"/>
                <a:gd name="connsiteY20" fmla="*/ 1921933 h 3022600"/>
                <a:gd name="connsiteX21" fmla="*/ 728808 w 932097"/>
                <a:gd name="connsiteY21" fmla="*/ 2133600 h 3022600"/>
                <a:gd name="connsiteX22" fmla="*/ 737274 w 932097"/>
                <a:gd name="connsiteY22" fmla="*/ 2235200 h 3022600"/>
                <a:gd name="connsiteX23" fmla="*/ 576408 w 932097"/>
                <a:gd name="connsiteY23" fmla="*/ 2319866 h 3022600"/>
                <a:gd name="connsiteX24" fmla="*/ 449408 w 932097"/>
                <a:gd name="connsiteY24" fmla="*/ 2362200 h 3022600"/>
                <a:gd name="connsiteX25" fmla="*/ 534074 w 932097"/>
                <a:gd name="connsiteY25" fmla="*/ 2582333 h 3022600"/>
                <a:gd name="connsiteX26" fmla="*/ 728808 w 932097"/>
                <a:gd name="connsiteY26" fmla="*/ 2937933 h 3022600"/>
                <a:gd name="connsiteX27" fmla="*/ 737274 w 932097"/>
                <a:gd name="connsiteY27" fmla="*/ 2971800 h 3022600"/>
                <a:gd name="connsiteX28" fmla="*/ 754208 w 932097"/>
                <a:gd name="connsiteY28" fmla="*/ 3022600 h 302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32097" h="3022600">
                  <a:moveTo>
                    <a:pt x="661074" y="0"/>
                  </a:moveTo>
                  <a:cubicBezTo>
                    <a:pt x="672363" y="59267"/>
                    <a:pt x="677059" y="120179"/>
                    <a:pt x="694941" y="177800"/>
                  </a:cubicBezTo>
                  <a:cubicBezTo>
                    <a:pt x="708316" y="220896"/>
                    <a:pt x="753875" y="260951"/>
                    <a:pt x="779608" y="296333"/>
                  </a:cubicBezTo>
                  <a:cubicBezTo>
                    <a:pt x="789287" y="309642"/>
                    <a:pt x="794473" y="326024"/>
                    <a:pt x="805008" y="338666"/>
                  </a:cubicBezTo>
                  <a:cubicBezTo>
                    <a:pt x="927771" y="485983"/>
                    <a:pt x="813006" y="321031"/>
                    <a:pt x="898141" y="448733"/>
                  </a:cubicBezTo>
                  <a:cubicBezTo>
                    <a:pt x="920636" y="516218"/>
                    <a:pt x="948164" y="548318"/>
                    <a:pt x="821941" y="592666"/>
                  </a:cubicBezTo>
                  <a:cubicBezTo>
                    <a:pt x="313234" y="771401"/>
                    <a:pt x="426459" y="631998"/>
                    <a:pt x="119208" y="795866"/>
                  </a:cubicBezTo>
                  <a:cubicBezTo>
                    <a:pt x="88811" y="812078"/>
                    <a:pt x="62763" y="835377"/>
                    <a:pt x="34541" y="855133"/>
                  </a:cubicBezTo>
                  <a:cubicBezTo>
                    <a:pt x="23252" y="872066"/>
                    <a:pt x="-4681" y="886299"/>
                    <a:pt x="674" y="905933"/>
                  </a:cubicBezTo>
                  <a:cubicBezTo>
                    <a:pt x="7635" y="931457"/>
                    <a:pt x="150287" y="989671"/>
                    <a:pt x="153074" y="990600"/>
                  </a:cubicBezTo>
                  <a:cubicBezTo>
                    <a:pt x="247961" y="1022229"/>
                    <a:pt x="345656" y="1044856"/>
                    <a:pt x="440941" y="1075266"/>
                  </a:cubicBezTo>
                  <a:cubicBezTo>
                    <a:pt x="612680" y="1130076"/>
                    <a:pt x="496634" y="1101584"/>
                    <a:pt x="669541" y="1193800"/>
                  </a:cubicBezTo>
                  <a:cubicBezTo>
                    <a:pt x="713030" y="1216994"/>
                    <a:pt x="760923" y="1231024"/>
                    <a:pt x="805008" y="1253066"/>
                  </a:cubicBezTo>
                  <a:cubicBezTo>
                    <a:pt x="842370" y="1271747"/>
                    <a:pt x="879613" y="1297158"/>
                    <a:pt x="915074" y="1320800"/>
                  </a:cubicBezTo>
                  <a:cubicBezTo>
                    <a:pt x="917896" y="1329267"/>
                    <a:pt x="921089" y="1337619"/>
                    <a:pt x="923541" y="1346200"/>
                  </a:cubicBezTo>
                  <a:cubicBezTo>
                    <a:pt x="937917" y="1396514"/>
                    <a:pt x="941741" y="1392158"/>
                    <a:pt x="872741" y="1430866"/>
                  </a:cubicBezTo>
                  <a:cubicBezTo>
                    <a:pt x="434059" y="1676956"/>
                    <a:pt x="742761" y="1485363"/>
                    <a:pt x="297008" y="1676400"/>
                  </a:cubicBezTo>
                  <a:cubicBezTo>
                    <a:pt x="251631" y="1695847"/>
                    <a:pt x="212341" y="1727200"/>
                    <a:pt x="170008" y="1752600"/>
                  </a:cubicBezTo>
                  <a:cubicBezTo>
                    <a:pt x="158719" y="1766711"/>
                    <a:pt x="144917" y="1779136"/>
                    <a:pt x="136141" y="1794933"/>
                  </a:cubicBezTo>
                  <a:cubicBezTo>
                    <a:pt x="130490" y="1805105"/>
                    <a:pt x="122948" y="1818166"/>
                    <a:pt x="127674" y="1828800"/>
                  </a:cubicBezTo>
                  <a:cubicBezTo>
                    <a:pt x="153834" y="1887660"/>
                    <a:pt x="272817" y="1906594"/>
                    <a:pt x="305474" y="1921933"/>
                  </a:cubicBezTo>
                  <a:cubicBezTo>
                    <a:pt x="448274" y="1989006"/>
                    <a:pt x="728808" y="2133600"/>
                    <a:pt x="728808" y="2133600"/>
                  </a:cubicBezTo>
                  <a:cubicBezTo>
                    <a:pt x="731630" y="2167467"/>
                    <a:pt x="741027" y="2201424"/>
                    <a:pt x="737274" y="2235200"/>
                  </a:cubicBezTo>
                  <a:cubicBezTo>
                    <a:pt x="727912" y="2319455"/>
                    <a:pt x="639635" y="2301510"/>
                    <a:pt x="576408" y="2319866"/>
                  </a:cubicBezTo>
                  <a:cubicBezTo>
                    <a:pt x="533554" y="2332307"/>
                    <a:pt x="491741" y="2348089"/>
                    <a:pt x="449408" y="2362200"/>
                  </a:cubicBezTo>
                  <a:cubicBezTo>
                    <a:pt x="477630" y="2435578"/>
                    <a:pt x="499750" y="2511604"/>
                    <a:pt x="534074" y="2582333"/>
                  </a:cubicBezTo>
                  <a:cubicBezTo>
                    <a:pt x="593077" y="2703915"/>
                    <a:pt x="728808" y="2937933"/>
                    <a:pt x="728808" y="2937933"/>
                  </a:cubicBezTo>
                  <a:cubicBezTo>
                    <a:pt x="731630" y="2949222"/>
                    <a:pt x="733188" y="2960905"/>
                    <a:pt x="737274" y="2971800"/>
                  </a:cubicBezTo>
                  <a:cubicBezTo>
                    <a:pt x="756732" y="3023689"/>
                    <a:pt x="754208" y="2987242"/>
                    <a:pt x="754208" y="30226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883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r>
              <a:rPr lang="ko-KR" altLang="en-US" dirty="0"/>
              <a:t>스레드 동작 확인을 위한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11650134" cy="1690701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간단한 프로그램 작성</a:t>
            </a:r>
            <a:endParaRPr lang="en-US" altLang="ko-KR" dirty="0"/>
          </a:p>
          <a:p>
            <a:pPr lvl="1"/>
            <a:r>
              <a:rPr lang="en-US" altLang="ko-KR" dirty="0"/>
              <a:t> WM_LBUTTONDOWN</a:t>
            </a:r>
            <a:r>
              <a:rPr lang="ko-KR" altLang="en-US" dirty="0"/>
              <a:t>이 발생하면</a:t>
            </a:r>
            <a:r>
              <a:rPr lang="en-US" altLang="ko-KR" dirty="0"/>
              <a:t>, </a:t>
            </a:r>
            <a:r>
              <a:rPr lang="ko-KR" altLang="en-US" dirty="0"/>
              <a:t>해당 위치까지 선을 그린다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선을 한번에 그리는 것이 아니라 서서히 실제로 그리는 것 처럼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1FAADD-FA76-4A7B-8573-8810AF943537}"/>
              </a:ext>
            </a:extLst>
          </p:cNvPr>
          <p:cNvSpPr/>
          <p:nvPr/>
        </p:nvSpPr>
        <p:spPr>
          <a:xfrm>
            <a:off x="2362200" y="3115733"/>
            <a:ext cx="7467600" cy="30310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663B6C1-BEF8-427F-B9C7-C19E54EA5220}"/>
              </a:ext>
            </a:extLst>
          </p:cNvPr>
          <p:cNvSpPr/>
          <p:nvPr/>
        </p:nvSpPr>
        <p:spPr>
          <a:xfrm>
            <a:off x="3649130" y="5096933"/>
            <a:ext cx="262467" cy="2624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ADE71-5F91-4BE0-BA80-4CC4641F36B8}"/>
              </a:ext>
            </a:extLst>
          </p:cNvPr>
          <p:cNvSpPr txBox="1"/>
          <p:nvPr/>
        </p:nvSpPr>
        <p:spPr>
          <a:xfrm>
            <a:off x="3911597" y="504350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WM_LBUTTONDOWN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C3C8186-7819-450E-82D5-983F1AAD3159}"/>
              </a:ext>
            </a:extLst>
          </p:cNvPr>
          <p:cNvCxnSpPr/>
          <p:nvPr/>
        </p:nvCxnSpPr>
        <p:spPr>
          <a:xfrm>
            <a:off x="3784600" y="3115733"/>
            <a:ext cx="0" cy="91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19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r>
              <a:rPr lang="ko-KR" altLang="en-US" dirty="0"/>
              <a:t>일반적인 프로그램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3344332" cy="525938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err="1"/>
              <a:t>abc</a:t>
            </a:r>
            <a:r>
              <a:rPr lang="en-US" altLang="ko-KR" dirty="0"/>
              <a:t>()</a:t>
            </a:r>
          </a:p>
          <a:p>
            <a:pPr marL="0" indent="0">
              <a:buNone/>
            </a:pPr>
            <a:r>
              <a:rPr lang="en-US" altLang="ko-KR" dirty="0"/>
              <a:t>{ 400line; }</a:t>
            </a:r>
          </a:p>
          <a:p>
            <a:pPr marL="0" indent="0">
              <a:buNone/>
            </a:pPr>
            <a:r>
              <a:rPr lang="en-US" altLang="ko-KR" dirty="0"/>
              <a:t>Main()</a:t>
            </a:r>
          </a:p>
          <a:p>
            <a:pPr marL="0" indent="0">
              <a:buNone/>
            </a:pPr>
            <a:r>
              <a:rPr lang="en-US" altLang="ko-KR" dirty="0"/>
              <a:t>{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abc</a:t>
            </a:r>
            <a:r>
              <a:rPr lang="en-US" altLang="ko-KR" dirty="0"/>
              <a:t>();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bbc</a:t>
            </a:r>
            <a:r>
              <a:rPr lang="en-US" altLang="ko-KR" dirty="0"/>
              <a:t>();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ccd</a:t>
            </a:r>
            <a:r>
              <a:rPr lang="en-US" altLang="ko-KR" dirty="0"/>
              <a:t>();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27B1F8-8B11-457E-AAC0-E246494CA283}"/>
              </a:ext>
            </a:extLst>
          </p:cNvPr>
          <p:cNvSpPr/>
          <p:nvPr/>
        </p:nvSpPr>
        <p:spPr>
          <a:xfrm>
            <a:off x="6578600" y="1286935"/>
            <a:ext cx="1854200" cy="524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9D82F1E-D540-444F-81F6-995B6ECBD1B3}"/>
              </a:ext>
            </a:extLst>
          </p:cNvPr>
          <p:cNvCxnSpPr/>
          <p:nvPr/>
        </p:nvCxnSpPr>
        <p:spPr>
          <a:xfrm>
            <a:off x="7484534" y="1820333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E53E7B-CBF8-4D7E-A20D-3BC5275C2627}"/>
              </a:ext>
            </a:extLst>
          </p:cNvPr>
          <p:cNvSpPr/>
          <p:nvPr/>
        </p:nvSpPr>
        <p:spPr>
          <a:xfrm>
            <a:off x="6578600" y="2438398"/>
            <a:ext cx="1854200" cy="524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abc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D25789-27CD-4DB6-BBCA-7423DAA2551D}"/>
              </a:ext>
            </a:extLst>
          </p:cNvPr>
          <p:cNvSpPr/>
          <p:nvPr/>
        </p:nvSpPr>
        <p:spPr>
          <a:xfrm>
            <a:off x="9863667" y="1583262"/>
            <a:ext cx="1854200" cy="22352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abc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F4A181C-D584-4F8C-85D5-66CFA2B3A517}"/>
              </a:ext>
            </a:extLst>
          </p:cNvPr>
          <p:cNvCxnSpPr>
            <a:cxnSpLocks/>
          </p:cNvCxnSpPr>
          <p:nvPr/>
        </p:nvCxnSpPr>
        <p:spPr>
          <a:xfrm flipV="1">
            <a:off x="8432800" y="1583262"/>
            <a:ext cx="1430867" cy="85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CBA5BEA-E1CE-46F6-8C54-8417323EDDE3}"/>
              </a:ext>
            </a:extLst>
          </p:cNvPr>
          <p:cNvCxnSpPr>
            <a:cxnSpLocks/>
          </p:cNvCxnSpPr>
          <p:nvPr/>
        </p:nvCxnSpPr>
        <p:spPr>
          <a:xfrm flipH="1" flipV="1">
            <a:off x="8432800" y="2963331"/>
            <a:ext cx="1430868" cy="85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DF1A7C6-02F7-469B-ACBE-8D2F4E17C8AD}"/>
              </a:ext>
            </a:extLst>
          </p:cNvPr>
          <p:cNvCxnSpPr>
            <a:cxnSpLocks/>
          </p:cNvCxnSpPr>
          <p:nvPr/>
        </p:nvCxnSpPr>
        <p:spPr>
          <a:xfrm>
            <a:off x="9745134" y="1672163"/>
            <a:ext cx="0" cy="206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284318B-91DC-42B2-AD3E-1D86C5D28D18}"/>
              </a:ext>
            </a:extLst>
          </p:cNvPr>
          <p:cNvCxnSpPr/>
          <p:nvPr/>
        </p:nvCxnSpPr>
        <p:spPr>
          <a:xfrm>
            <a:off x="7484534" y="2870199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58E664-FD52-4D55-8D61-F84273D0037E}"/>
              </a:ext>
            </a:extLst>
          </p:cNvPr>
          <p:cNvSpPr/>
          <p:nvPr/>
        </p:nvSpPr>
        <p:spPr>
          <a:xfrm>
            <a:off x="6578600" y="3488264"/>
            <a:ext cx="1854200" cy="524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bbc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01F409-DCC5-4B3E-9649-1DFEC256D181}"/>
              </a:ext>
            </a:extLst>
          </p:cNvPr>
          <p:cNvSpPr/>
          <p:nvPr/>
        </p:nvSpPr>
        <p:spPr>
          <a:xfrm>
            <a:off x="3987801" y="1583262"/>
            <a:ext cx="1854200" cy="22352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bbc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523BCB3-4507-4333-81BC-6B06CE9D4E08}"/>
              </a:ext>
            </a:extLst>
          </p:cNvPr>
          <p:cNvCxnSpPr>
            <a:cxnSpLocks/>
          </p:cNvCxnSpPr>
          <p:nvPr/>
        </p:nvCxnSpPr>
        <p:spPr>
          <a:xfrm>
            <a:off x="5909735" y="1680629"/>
            <a:ext cx="0" cy="206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3E2F38E-478C-413B-8675-6E1CE963C801}"/>
              </a:ext>
            </a:extLst>
          </p:cNvPr>
          <p:cNvCxnSpPr>
            <a:cxnSpLocks/>
          </p:cNvCxnSpPr>
          <p:nvPr/>
        </p:nvCxnSpPr>
        <p:spPr>
          <a:xfrm flipH="1" flipV="1">
            <a:off x="5842001" y="1583262"/>
            <a:ext cx="736598" cy="1905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7F8F9A4-2010-470B-909E-CBF7D3BA8346}"/>
              </a:ext>
            </a:extLst>
          </p:cNvPr>
          <p:cNvCxnSpPr>
            <a:cxnSpLocks/>
          </p:cNvCxnSpPr>
          <p:nvPr/>
        </p:nvCxnSpPr>
        <p:spPr>
          <a:xfrm>
            <a:off x="5863166" y="3793059"/>
            <a:ext cx="736598" cy="208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8FC7CB-F05A-474C-BAFF-761D20C0FBE0}"/>
              </a:ext>
            </a:extLst>
          </p:cNvPr>
          <p:cNvSpPr/>
          <p:nvPr/>
        </p:nvSpPr>
        <p:spPr>
          <a:xfrm>
            <a:off x="2595033" y="1286935"/>
            <a:ext cx="931336" cy="524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543C45-DB3A-40C3-A6F2-25ADF821E4F0}"/>
              </a:ext>
            </a:extLst>
          </p:cNvPr>
          <p:cNvSpPr/>
          <p:nvPr/>
        </p:nvSpPr>
        <p:spPr>
          <a:xfrm>
            <a:off x="2586569" y="1845729"/>
            <a:ext cx="939800" cy="22352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abc</a:t>
            </a:r>
            <a:r>
              <a:rPr lang="en-US" altLang="ko-KR" dirty="0"/>
              <a:t>( );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5610641-52A1-47A1-855E-9480BDF3AD39}"/>
              </a:ext>
            </a:extLst>
          </p:cNvPr>
          <p:cNvSpPr/>
          <p:nvPr/>
        </p:nvSpPr>
        <p:spPr>
          <a:xfrm>
            <a:off x="2586569" y="4114794"/>
            <a:ext cx="939800" cy="22352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bbc</a:t>
            </a:r>
            <a:r>
              <a:rPr lang="en-US" altLang="ko-KR" dirty="0"/>
              <a:t>( 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45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r>
              <a:rPr lang="ko-KR" altLang="en-US" dirty="0"/>
              <a:t>윈도우 스레드 프로그램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11650134" cy="525938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스레드는 반드시 함수로 구성되어야 한다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스레드의 시작은 스레드 함수를 호출함으로써 진행된다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윈도우 스레드 함수는 원형이 고정되어 있다</a:t>
            </a:r>
            <a:r>
              <a:rPr lang="en-US" altLang="ko-KR" dirty="0"/>
              <a:t>!!!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함수 원형 </a:t>
            </a:r>
            <a:r>
              <a:rPr lang="en-US" altLang="ko-KR" dirty="0"/>
              <a:t>: DWORD WINAPI </a:t>
            </a:r>
            <a:r>
              <a:rPr lang="ko-KR" altLang="en-US" dirty="0"/>
              <a:t>함수이름</a:t>
            </a:r>
            <a:r>
              <a:rPr lang="en-US" altLang="ko-KR" dirty="0"/>
              <a:t>(LPVOID param-</a:t>
            </a:r>
            <a:r>
              <a:rPr lang="ko-KR" altLang="en-US" dirty="0"/>
              <a:t>이름변경가능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원형 구조가 아니면 스레드가 정상적으로 동작하지 않는다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 함수 호출 방법이 다르다</a:t>
            </a:r>
            <a:r>
              <a:rPr lang="en-US" altLang="ko-KR" dirty="0"/>
              <a:t>! </a:t>
            </a:r>
            <a:r>
              <a:rPr lang="en-US" altLang="ko-KR" dirty="0">
                <a:sym typeface="Wingdings" panose="05000000000000000000" pitchFamily="2" charset="2"/>
              </a:rPr>
              <a:t> OS</a:t>
            </a:r>
            <a:r>
              <a:rPr lang="ko-KR" altLang="en-US" dirty="0">
                <a:sym typeface="Wingdings" panose="05000000000000000000" pitchFamily="2" charset="2"/>
              </a:rPr>
              <a:t>에게 맡긴다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</a:t>
            </a:r>
            <a:r>
              <a:rPr lang="en-US" altLang="ko-KR" dirty="0"/>
              <a:t>API</a:t>
            </a:r>
            <a:r>
              <a:rPr lang="ko-KR" altLang="en-US" dirty="0"/>
              <a:t>를 이용해서 스레드 함수를 호출하도록 구성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 생성 </a:t>
            </a:r>
            <a:r>
              <a:rPr lang="en-US" altLang="ko-KR" dirty="0"/>
              <a:t>API : </a:t>
            </a:r>
            <a:r>
              <a:rPr lang="en-US" altLang="ko-KR" dirty="0" err="1"/>
              <a:t>CreateThread</a:t>
            </a:r>
            <a:r>
              <a:rPr lang="en-US" altLang="ko-KR" dirty="0"/>
              <a:t>( ) API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스레드의 종료 </a:t>
            </a:r>
            <a:r>
              <a:rPr lang="en-US" altLang="ko-KR" dirty="0"/>
              <a:t>: </a:t>
            </a:r>
            <a:r>
              <a:rPr lang="ko-KR" altLang="en-US" dirty="0"/>
              <a:t>함수가 </a:t>
            </a:r>
            <a:r>
              <a:rPr lang="en-US" altLang="ko-KR" dirty="0"/>
              <a:t>return</a:t>
            </a:r>
            <a:r>
              <a:rPr lang="ko-KR" altLang="en-US" dirty="0"/>
              <a:t>되면 종료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스레드도 프로세스의 </a:t>
            </a:r>
            <a:r>
              <a:rPr lang="en-US" altLang="ko-KR" dirty="0"/>
              <a:t>PID</a:t>
            </a:r>
            <a:r>
              <a:rPr lang="ko-KR" altLang="en-US" dirty="0"/>
              <a:t>처럼 </a:t>
            </a:r>
            <a:r>
              <a:rPr lang="en-US" altLang="ko-KR" dirty="0"/>
              <a:t>TID(Thread ID)</a:t>
            </a:r>
            <a:r>
              <a:rPr lang="ko-KR" altLang="en-US" dirty="0"/>
              <a:t>가 존재한다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08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r>
              <a:rPr lang="ko-KR" altLang="en-US" dirty="0"/>
              <a:t>스레드의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11650134" cy="5259388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생명주기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실행 </a:t>
            </a:r>
            <a:r>
              <a:rPr lang="en-US" altLang="ko-KR" dirty="0"/>
              <a:t>: </a:t>
            </a:r>
            <a:r>
              <a:rPr lang="en-US" altLang="ko-KR" dirty="0" err="1"/>
              <a:t>CreateThread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일시정지</a:t>
            </a:r>
            <a:r>
              <a:rPr lang="en-US" altLang="ko-KR" dirty="0"/>
              <a:t>(</a:t>
            </a:r>
            <a:r>
              <a:rPr lang="ko-KR" altLang="en-US" dirty="0"/>
              <a:t>중단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SuspendThread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재개 </a:t>
            </a:r>
            <a:r>
              <a:rPr lang="en-US" altLang="ko-KR" dirty="0"/>
              <a:t>: </a:t>
            </a:r>
            <a:r>
              <a:rPr lang="en-US" altLang="ko-KR" dirty="0" err="1"/>
              <a:t>ResumeThread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종료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스스로 자원을 정리하고 종료 </a:t>
            </a:r>
            <a:r>
              <a:rPr lang="en-US" altLang="ko-KR" dirty="0"/>
              <a:t>: </a:t>
            </a:r>
            <a:r>
              <a:rPr lang="en-US" altLang="ko-KR" dirty="0" err="1"/>
              <a:t>ExitThread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외부에서 강제로 스레드를 종료 </a:t>
            </a:r>
            <a:r>
              <a:rPr lang="en-US" altLang="ko-KR" dirty="0"/>
              <a:t>: </a:t>
            </a:r>
            <a:r>
              <a:rPr lang="en-US" altLang="ko-KR" dirty="0" err="1"/>
              <a:t>TerminateThread</a:t>
            </a:r>
            <a:r>
              <a:rPr lang="en-US" altLang="ko-KR" dirty="0"/>
              <a:t>( ) API</a:t>
            </a:r>
          </a:p>
          <a:p>
            <a:pPr lvl="4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스레드를 제어하기 위해서 필요한 자료형 </a:t>
            </a:r>
            <a:r>
              <a:rPr lang="en-US" altLang="ko-KR" dirty="0"/>
              <a:t>: HANDLE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스레드는 일시중단 카운트가 존재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SuspendThread</a:t>
            </a:r>
            <a:r>
              <a:rPr lang="en-US" altLang="ko-KR" dirty="0"/>
              <a:t>( )</a:t>
            </a:r>
            <a:r>
              <a:rPr lang="ko-KR" altLang="en-US" dirty="0"/>
              <a:t>는 해당 카운트 값을 증가</a:t>
            </a:r>
            <a:r>
              <a:rPr lang="en-US" altLang="ko-KR" dirty="0"/>
              <a:t>(1)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ResumeThread</a:t>
            </a:r>
            <a:r>
              <a:rPr lang="en-US" altLang="ko-KR" dirty="0"/>
              <a:t>( )</a:t>
            </a:r>
            <a:r>
              <a:rPr lang="ko-KR" altLang="en-US" dirty="0"/>
              <a:t>는 해당 카운트 값을 감소</a:t>
            </a:r>
            <a:r>
              <a:rPr lang="en-US" altLang="ko-KR" dirty="0"/>
              <a:t>(1)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다수의 카운트가 존재한다면</a:t>
            </a:r>
            <a:r>
              <a:rPr lang="en-US" altLang="ko-KR" dirty="0"/>
              <a:t>, </a:t>
            </a:r>
            <a:r>
              <a:rPr lang="ko-KR" altLang="en-US" dirty="0"/>
              <a:t>해당 카운트만큼 재개 시켜야 정상 동작</a:t>
            </a:r>
          </a:p>
        </p:txBody>
      </p:sp>
    </p:spTree>
    <p:extLst>
      <p:ext uri="{BB962C8B-B14F-4D97-AF65-F5344CB8AC3E}">
        <p14:creationId xmlns:p14="http://schemas.microsoft.com/office/powerpoint/2010/main" val="783791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11650134" cy="525938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스레드를 딱 </a:t>
            </a:r>
            <a:r>
              <a:rPr lang="en-US" altLang="ko-KR" dirty="0"/>
              <a:t>5</a:t>
            </a:r>
            <a:r>
              <a:rPr lang="ko-KR" altLang="en-US" dirty="0"/>
              <a:t>개만 동작하도록 구성한다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더 이상의 스레드는 만들어지지 않도록 구성한다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[</a:t>
            </a:r>
            <a:r>
              <a:rPr lang="ko-KR" altLang="en-US" dirty="0"/>
              <a:t>이미 실행중인 스레드가 종료되면</a:t>
            </a:r>
            <a:r>
              <a:rPr lang="en-US" altLang="ko-KR" dirty="0"/>
              <a:t>, 1</a:t>
            </a:r>
            <a:r>
              <a:rPr lang="ko-KR" altLang="en-US" dirty="0"/>
              <a:t>개가 더 만들어지 지도록 구성</a:t>
            </a:r>
            <a:r>
              <a:rPr lang="en-US" altLang="ko-KR" dirty="0"/>
              <a:t>] – </a:t>
            </a:r>
            <a:r>
              <a:rPr lang="ko-KR" altLang="en-US" dirty="0"/>
              <a:t>제외</a:t>
            </a:r>
            <a:endParaRPr lang="en-US" altLang="ko-KR" dirty="0"/>
          </a:p>
          <a:p>
            <a:pPr lvl="1"/>
            <a:r>
              <a:rPr lang="en-US" altLang="ko-KR" dirty="0"/>
              <a:t> 5</a:t>
            </a:r>
            <a:r>
              <a:rPr lang="ko-KR" altLang="en-US" dirty="0"/>
              <a:t>개의 스레드가 동작 중 </a:t>
            </a:r>
            <a:r>
              <a:rPr lang="ko-KR" altLang="en-US" dirty="0" err="1"/>
              <a:t>일때</a:t>
            </a:r>
            <a:r>
              <a:rPr lang="en-US" altLang="ko-KR" dirty="0"/>
              <a:t>, WM_KEYDOWN </a:t>
            </a:r>
            <a:r>
              <a:rPr lang="ko-KR" altLang="en-US" dirty="0"/>
              <a:t>입력 시</a:t>
            </a:r>
            <a:r>
              <a:rPr lang="en-US" altLang="ko-KR" dirty="0"/>
              <a:t>, </a:t>
            </a:r>
            <a:r>
              <a:rPr lang="ko-KR" altLang="en-US" dirty="0"/>
              <a:t>모든 스레드 일시정지</a:t>
            </a:r>
            <a:endParaRPr lang="en-US" altLang="ko-KR" dirty="0"/>
          </a:p>
          <a:p>
            <a:pPr lvl="1"/>
            <a:r>
              <a:rPr lang="en-US" altLang="ko-KR" dirty="0"/>
              <a:t> 5</a:t>
            </a:r>
            <a:r>
              <a:rPr lang="ko-KR" altLang="en-US" dirty="0"/>
              <a:t>개의 스레드가 일지정지 상태일때</a:t>
            </a:r>
            <a:r>
              <a:rPr lang="en-US" altLang="ko-KR" dirty="0"/>
              <a:t>, WM_LBUTTONDOWN</a:t>
            </a:r>
            <a:r>
              <a:rPr lang="ko-KR" altLang="en-US" dirty="0"/>
              <a:t>으로 모두 재개</a:t>
            </a:r>
          </a:p>
        </p:txBody>
      </p:sp>
    </p:spTree>
    <p:extLst>
      <p:ext uri="{BB962C8B-B14F-4D97-AF65-F5344CB8AC3E}">
        <p14:creationId xmlns:p14="http://schemas.microsoft.com/office/powerpoint/2010/main" val="50311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07A1C-0D63-467E-9963-5B4FD91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152400"/>
            <a:ext cx="11650134" cy="1126068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24FA8-2074-412D-9C77-FB56F924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371600"/>
            <a:ext cx="11650134" cy="5259388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5575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373</Words>
  <Application>Microsoft Office PowerPoint</Application>
  <PresentationFormat>와이드스크린</PresentationFormat>
  <Paragraphs>59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VC++ 실습</vt:lpstr>
      <vt:lpstr>스레드(Thread)</vt:lpstr>
      <vt:lpstr>스레드 동작 확인을 위한 기능</vt:lpstr>
      <vt:lpstr>일반적인 프로그램 구조</vt:lpstr>
      <vt:lpstr>윈도우 스레드 프로그램</vt:lpstr>
      <vt:lpstr>스레드의 제어</vt:lpstr>
      <vt:lpstr>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8</cp:revision>
  <dcterms:created xsi:type="dcterms:W3CDTF">2026-10-25T23:54:23Z</dcterms:created>
  <dcterms:modified xsi:type="dcterms:W3CDTF">2026-10-26T06:31:45Z</dcterms:modified>
</cp:coreProperties>
</file>