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0B14D-DAB5-4DAB-B545-C71456EA0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672091-0B32-4F50-86EC-41B00CEA2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16DFA-6ED2-40E5-8DB4-D6A4F72D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46D36-5F5B-4B00-8368-A145399A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E58E59-FFBC-4700-BBB5-0DF05025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79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1DE04-9C0A-4E67-AFD3-829F6158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B84F1-B1C7-4647-B1A4-929E5574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21BD5E-4993-4217-B68B-AE10DFC85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1E4B7-3611-4A3A-B9AC-C3E886D1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5684F-1659-403D-9CF2-4C400B91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32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E1DA8-9195-458C-8370-F8283BCA0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096D66-1577-485F-A844-54F3D7AC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218BC-7593-4BB5-9905-37FAFD76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E6F11-D74A-42DF-BF59-BBF85956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42823F-94DC-4943-B125-F83A6EAA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6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9C76A-1E8A-4C09-BEC9-C34261DD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B423F-E223-458D-A9AD-5BE27AAC8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8EC4C2-E7DC-4B10-8DE8-BD73F6923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5846D-55B8-475D-88C1-90E33CB7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FCBF40-FF52-4E24-9138-1CD5C096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A3FC7D-1EDA-4430-8A15-93AF6293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7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0B1F3-E477-4E2A-B5D4-19AAC122D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08A49-E949-42E4-90BB-D98D0FC56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C16DFC-1A50-4AE6-B3D4-D1FEAACCE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7A3EFA-E259-4A1D-AD1C-1AE553B26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49D2B5-DFCC-4111-8866-DBD4FDC47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1B12C6-6D9A-4A65-A32F-1DD4A650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AD16DD-8C11-480A-B61A-614EBBDD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C01727-3A53-4E63-A385-B1823FFF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60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F9705-1727-47BE-82B5-B5474D90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15E4BB-C572-4E0C-82A2-90F60C29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A8A297-D3E8-4394-A86B-84600EE8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5D3A0D-5113-4DC0-8807-9953FBDD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69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B61CA7-1BBD-4710-AA7E-7ABB8644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86BD3F-CE83-4F07-97A9-7B0A97CAC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51DC8-C500-4032-9F08-86B8FF03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85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473C7-224B-48D7-B730-748C36B5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EBCDF9-AFC7-4CDB-99E4-E5C9C9F31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D79DD-8F74-4E61-BD71-25ED1547A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FCB2C-0FCF-4DAA-850B-697A8EA9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090CCC-1E5C-4396-ACA8-46BD61F4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0FE73B-88F2-4FAC-B050-3684D360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64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2409A-5540-450F-99BB-F40EE9D6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B7B0B2-3FDD-4D61-BDD9-4DE8D8296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3D2059-0D24-43BC-B942-52F961832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299453-7787-4376-880C-5AF8C211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F88D9B-D16E-4418-9E9F-F858E72F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89CE08-1506-4785-832A-49D7C663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41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7B9E2-E798-413B-84DF-F0CA2845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4DAFDC-4468-4373-8BF9-A6C3BE22F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186BAC-0148-43CF-A6B3-56638F8E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18324-D500-442B-BA5D-B345FE68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CF6635-1D22-4DAA-93EC-A2979FF2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09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3F1662-6426-415B-ADA4-5F9233DC4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190EAC-FDFE-48CA-8FF1-2D2A9C428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26CB68-B521-4F64-82DE-304E25F0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8C018-FA38-46B0-AD19-B8517C45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541C4-5B38-47EB-950A-0083C188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3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EBE8B2-E690-4120-99F1-F582594A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53CEE-9101-4321-82F4-302374EE8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E98CF4-6485-4EC6-BA8C-807D58720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4850C-816D-4595-A509-AF59A7718DDF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EB733-94D8-4B4F-BD17-1540B49F7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CB57A-2B70-4111-8D88-FA6A670A1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C5D32-4906-4547-A8EF-D4F52C8FF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62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8B9CE-FEC3-4D28-8CBD-A390A9DD3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간단한 게임 만들기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E43CC9-37B0-400E-B737-BA8D21883B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6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C07D8-47EB-4E85-9717-225FCECE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72231-1955-430A-B0CD-0B882BB2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나를 쫓아오는 적을 피해서 점수를 늘리는 게임</a:t>
            </a:r>
            <a:endParaRPr lang="en-US" altLang="ko-KR" dirty="0"/>
          </a:p>
          <a:p>
            <a:r>
              <a:rPr lang="ko-KR" altLang="en-US" dirty="0"/>
              <a:t> 내가 움직이는 기능이 필요</a:t>
            </a:r>
            <a:endParaRPr lang="en-US" altLang="ko-KR" dirty="0"/>
          </a:p>
          <a:p>
            <a:pPr lvl="1"/>
            <a:r>
              <a:rPr lang="en-US" altLang="ko-KR" dirty="0"/>
              <a:t> RECT </a:t>
            </a:r>
            <a:r>
              <a:rPr lang="ko-KR" altLang="en-US" dirty="0"/>
              <a:t>자료형을 이용해서 나를 표현한다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키보드의 입력을 받아서 내 </a:t>
            </a:r>
            <a:r>
              <a:rPr lang="en-US" altLang="ko-KR" dirty="0"/>
              <a:t>RECT </a:t>
            </a:r>
            <a:r>
              <a:rPr lang="ko-KR" altLang="en-US" dirty="0"/>
              <a:t>자료형의 값</a:t>
            </a:r>
            <a:r>
              <a:rPr lang="en-US" altLang="ko-KR" dirty="0"/>
              <a:t>(</a:t>
            </a:r>
            <a:r>
              <a:rPr lang="ko-KR" altLang="en-US" dirty="0"/>
              <a:t>좌표</a:t>
            </a:r>
            <a:r>
              <a:rPr lang="en-US" altLang="ko-KR" dirty="0"/>
              <a:t>)</a:t>
            </a:r>
            <a:r>
              <a:rPr lang="ko-KR" altLang="en-US" dirty="0"/>
              <a:t>을 변경한다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나를 쫓아오는 적의 기능이 필요</a:t>
            </a:r>
            <a:endParaRPr lang="en-US" altLang="ko-KR" dirty="0"/>
          </a:p>
          <a:p>
            <a:pPr lvl="1"/>
            <a:r>
              <a:rPr lang="en-US" altLang="ko-KR" dirty="0"/>
              <a:t> RECT </a:t>
            </a:r>
            <a:r>
              <a:rPr lang="ko-KR" altLang="en-US" dirty="0"/>
              <a:t>자료형을 이용해서 적을 표현한다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상대방은 항상 나를 쫓아오도록 구성한다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내가 움직이던</a:t>
            </a:r>
            <a:r>
              <a:rPr lang="en-US" altLang="ko-KR" dirty="0"/>
              <a:t>, </a:t>
            </a:r>
            <a:r>
              <a:rPr lang="ko-KR" altLang="en-US" dirty="0"/>
              <a:t>움직이지 않던 관계 없이 나를 쫓아온다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나를 잡았을 때의 판정</a:t>
            </a:r>
          </a:p>
        </p:txBody>
      </p:sp>
    </p:spTree>
    <p:extLst>
      <p:ext uri="{BB962C8B-B14F-4D97-AF65-F5344CB8AC3E}">
        <p14:creationId xmlns:p14="http://schemas.microsoft.com/office/powerpoint/2010/main" val="103678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9D352-24C4-43A6-8AD8-8970A3B7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화면의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194F7-F2CD-4B6D-9AAC-63078D0FD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7119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799A9F-23A1-4DEE-9368-20F6F44B10DC}"/>
              </a:ext>
            </a:extLst>
          </p:cNvPr>
          <p:cNvSpPr/>
          <p:nvPr/>
        </p:nvSpPr>
        <p:spPr>
          <a:xfrm>
            <a:off x="1184856" y="2472744"/>
            <a:ext cx="9822288" cy="3704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1A70F1-A9B4-4BB7-8B5A-39092E7D9544}"/>
              </a:ext>
            </a:extLst>
          </p:cNvPr>
          <p:cNvSpPr/>
          <p:nvPr/>
        </p:nvSpPr>
        <p:spPr>
          <a:xfrm>
            <a:off x="1983346" y="2923504"/>
            <a:ext cx="888643" cy="92727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2B011-18A1-4094-8331-BACE43EC48E9}"/>
              </a:ext>
            </a:extLst>
          </p:cNvPr>
          <p:cNvSpPr/>
          <p:nvPr/>
        </p:nvSpPr>
        <p:spPr>
          <a:xfrm>
            <a:off x="6096000" y="4559121"/>
            <a:ext cx="888643" cy="92727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EM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43E077-8EDC-4B51-AAF8-293849160403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196107" y="3850783"/>
            <a:ext cx="2899893" cy="117197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9D2A211-9761-407D-AB5E-39BA1C570CC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871989" y="3387144"/>
            <a:ext cx="3374265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664A1D4-68CB-458F-A97F-53F13E21C4A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427667" y="3850783"/>
            <a:ext cx="1" cy="181909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07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A2DD0-B7B0-474B-80B4-9A92CBC1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이동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A2EB6-6E27-4F3D-BA56-6BA2A6DE2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014" y="1825625"/>
            <a:ext cx="10989972" cy="4667250"/>
          </a:xfrm>
        </p:spPr>
        <p:txBody>
          <a:bodyPr>
            <a:normAutofit/>
          </a:bodyPr>
          <a:lstStyle/>
          <a:p>
            <a:r>
              <a:rPr lang="en-US" altLang="ko-KR" dirty="0"/>
              <a:t> WM_KEYDOWN </a:t>
            </a:r>
            <a:r>
              <a:rPr lang="ko-KR" altLang="en-US" dirty="0"/>
              <a:t>이동을 구현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wParam</a:t>
            </a:r>
            <a:r>
              <a:rPr lang="ko-KR" altLang="en-US" dirty="0"/>
              <a:t>에 전달된 </a:t>
            </a:r>
            <a:r>
              <a:rPr lang="en-US" altLang="ko-KR" dirty="0"/>
              <a:t>VK(Virtual Keyboard) </a:t>
            </a:r>
            <a:r>
              <a:rPr lang="ko-KR" altLang="en-US" dirty="0"/>
              <a:t>값을 이용하여 구분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상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, </a:t>
            </a:r>
            <a:r>
              <a:rPr lang="ko-KR" altLang="en-US" dirty="0"/>
              <a:t>좌</a:t>
            </a:r>
            <a:r>
              <a:rPr lang="en-US" altLang="ko-KR" dirty="0"/>
              <a:t>, </a:t>
            </a:r>
            <a:r>
              <a:rPr lang="ko-KR" altLang="en-US" dirty="0"/>
              <a:t>우로 이동할 수 있도록 구현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내가 이동할 때</a:t>
            </a:r>
            <a:r>
              <a:rPr lang="en-US" altLang="ko-KR" dirty="0"/>
              <a:t>, </a:t>
            </a:r>
            <a:r>
              <a:rPr lang="ko-KR" altLang="en-US" dirty="0"/>
              <a:t>좌표 값만 변경될 뿐</a:t>
            </a:r>
            <a:r>
              <a:rPr lang="en-US" altLang="ko-KR" dirty="0"/>
              <a:t>! </a:t>
            </a:r>
            <a:r>
              <a:rPr lang="ko-KR" altLang="en-US" dirty="0"/>
              <a:t>실제로 표시가 안됨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이동 확인을 창의 크기 조절로 </a:t>
            </a:r>
            <a:r>
              <a:rPr lang="ko-KR" altLang="en-US" dirty="0" err="1"/>
              <a:t>확인했었어야</a:t>
            </a:r>
            <a:r>
              <a:rPr lang="ko-KR" altLang="en-US" dirty="0"/>
              <a:t> 했음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화면 무효화에 대한 문제점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화면 무효화를 할 수 있는 마지막 방법 </a:t>
            </a:r>
            <a:r>
              <a:rPr lang="en-US" altLang="ko-KR" dirty="0">
                <a:sym typeface="Wingdings" panose="05000000000000000000" pitchFamily="2" charset="2"/>
              </a:rPr>
              <a:t> OS</a:t>
            </a:r>
            <a:r>
              <a:rPr lang="ko-KR" altLang="en-US" dirty="0">
                <a:sym typeface="Wingdings" panose="05000000000000000000" pitchFamily="2" charset="2"/>
              </a:rPr>
              <a:t>에게 요청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InvalidateRect</a:t>
            </a:r>
            <a:r>
              <a:rPr lang="en-US" altLang="ko-KR" dirty="0">
                <a:sym typeface="Wingdings" panose="05000000000000000000" pitchFamily="2" charset="2"/>
              </a:rPr>
              <a:t>( ) API</a:t>
            </a:r>
            <a:r>
              <a:rPr lang="ko-KR" altLang="en-US" dirty="0">
                <a:sym typeface="Wingdings" panose="05000000000000000000" pitchFamily="2" charset="2"/>
              </a:rPr>
              <a:t>를 이용해서 </a:t>
            </a:r>
            <a:r>
              <a:rPr lang="en-US" altLang="ko-KR" dirty="0">
                <a:sym typeface="Wingdings" panose="05000000000000000000" pitchFamily="2" charset="2"/>
              </a:rPr>
              <a:t>OS</a:t>
            </a:r>
            <a:r>
              <a:rPr lang="ko-KR" altLang="en-US" dirty="0">
                <a:sym typeface="Wingdings" panose="05000000000000000000" pitchFamily="2" charset="2"/>
              </a:rPr>
              <a:t>에게 화면 무효화를 요청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HWND : </a:t>
            </a:r>
            <a:r>
              <a:rPr lang="ko-KR" altLang="en-US" dirty="0">
                <a:sym typeface="Wingdings" panose="05000000000000000000" pitchFamily="2" charset="2"/>
              </a:rPr>
              <a:t>어떤 윈도우에 무효화를 시킬 것인지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RECT* : NULL</a:t>
            </a:r>
            <a:r>
              <a:rPr lang="ko-KR" altLang="en-US" dirty="0">
                <a:sym typeface="Wingdings" panose="05000000000000000000" pitchFamily="2" charset="2"/>
              </a:rPr>
              <a:t>을 쓰면 화면 전체를 의미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좌표 값을 전달하면 해당 위치만</a:t>
            </a:r>
            <a:r>
              <a:rPr lang="en-US" altLang="ko-KR" dirty="0">
                <a:sym typeface="Wingdings" panose="05000000000000000000" pitchFamily="2" charset="2"/>
              </a:rPr>
              <a:t>! </a:t>
            </a:r>
            <a:r>
              <a:rPr lang="ko-KR" altLang="en-US" dirty="0">
                <a:sym typeface="Wingdings" panose="05000000000000000000" pitchFamily="2" charset="2"/>
              </a:rPr>
              <a:t>무효화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bErase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화면 상태를 유지할 것이냐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아니면 모두 유지하지 않을 것이냐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84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AF759C-98EB-4098-9FD9-1759904F1AE5}"/>
              </a:ext>
            </a:extLst>
          </p:cNvPr>
          <p:cNvSpPr/>
          <p:nvPr/>
        </p:nvSpPr>
        <p:spPr>
          <a:xfrm>
            <a:off x="1068707" y="1893195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80D840-4B08-47F1-919A-41F442C6A235}"/>
              </a:ext>
            </a:extLst>
          </p:cNvPr>
          <p:cNvSpPr/>
          <p:nvPr/>
        </p:nvSpPr>
        <p:spPr>
          <a:xfrm>
            <a:off x="1789922" y="2852671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ABCFF8-DD95-4062-A3C6-A5175B424727}"/>
              </a:ext>
            </a:extLst>
          </p:cNvPr>
          <p:cNvSpPr/>
          <p:nvPr/>
        </p:nvSpPr>
        <p:spPr>
          <a:xfrm>
            <a:off x="3927816" y="1893195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AEA411-B438-4E2E-83A7-51B016BCC2CD}"/>
              </a:ext>
            </a:extLst>
          </p:cNvPr>
          <p:cNvSpPr/>
          <p:nvPr/>
        </p:nvSpPr>
        <p:spPr>
          <a:xfrm>
            <a:off x="4649031" y="1893194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687C7E-EE90-47A9-B905-A31FB4307551}"/>
              </a:ext>
            </a:extLst>
          </p:cNvPr>
          <p:cNvSpPr/>
          <p:nvPr/>
        </p:nvSpPr>
        <p:spPr>
          <a:xfrm>
            <a:off x="7040693" y="250494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BBBA82-9F3A-431F-9594-5D5C6C6D2686}"/>
              </a:ext>
            </a:extLst>
          </p:cNvPr>
          <p:cNvSpPr/>
          <p:nvPr/>
        </p:nvSpPr>
        <p:spPr>
          <a:xfrm>
            <a:off x="7761908" y="1770844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4E2818-C27B-43DB-B55E-B956B950DF88}"/>
              </a:ext>
            </a:extLst>
          </p:cNvPr>
          <p:cNvSpPr/>
          <p:nvPr/>
        </p:nvSpPr>
        <p:spPr>
          <a:xfrm>
            <a:off x="10136637" y="250494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3FBF03-9EF6-498B-8CA0-6C7184CAE036}"/>
              </a:ext>
            </a:extLst>
          </p:cNvPr>
          <p:cNvSpPr/>
          <p:nvPr/>
        </p:nvSpPr>
        <p:spPr>
          <a:xfrm>
            <a:off x="10136637" y="1770844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D5715-7082-4230-BA82-22CF60E7BBBD}"/>
              </a:ext>
            </a:extLst>
          </p:cNvPr>
          <p:cNvSpPr/>
          <p:nvPr/>
        </p:nvSpPr>
        <p:spPr>
          <a:xfrm>
            <a:off x="10313493" y="5215946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5A2BC4-9DDB-4AEE-9028-4F14A5F9A69E}"/>
              </a:ext>
            </a:extLst>
          </p:cNvPr>
          <p:cNvSpPr/>
          <p:nvPr/>
        </p:nvSpPr>
        <p:spPr>
          <a:xfrm>
            <a:off x="9579397" y="448185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351492-8FAB-48D1-A9F1-941FFDB49F15}"/>
              </a:ext>
            </a:extLst>
          </p:cNvPr>
          <p:cNvSpPr/>
          <p:nvPr/>
        </p:nvSpPr>
        <p:spPr>
          <a:xfrm>
            <a:off x="7217549" y="448185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8D0F10-6517-4784-A682-DD4A82D53481}"/>
              </a:ext>
            </a:extLst>
          </p:cNvPr>
          <p:cNvSpPr/>
          <p:nvPr/>
        </p:nvSpPr>
        <p:spPr>
          <a:xfrm>
            <a:off x="6483453" y="448185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8CD8372-7468-4DE9-8A78-6B79E940E5A6}"/>
              </a:ext>
            </a:extLst>
          </p:cNvPr>
          <p:cNvSpPr/>
          <p:nvPr/>
        </p:nvSpPr>
        <p:spPr>
          <a:xfrm>
            <a:off x="4104671" y="448185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C3EC95-962D-4A19-9C8E-F35B83565455}"/>
              </a:ext>
            </a:extLst>
          </p:cNvPr>
          <p:cNvSpPr/>
          <p:nvPr/>
        </p:nvSpPr>
        <p:spPr>
          <a:xfrm>
            <a:off x="3370575" y="538981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18B3C6-E9E4-43AE-96F2-B57343184EC6}"/>
              </a:ext>
            </a:extLst>
          </p:cNvPr>
          <p:cNvSpPr/>
          <p:nvPr/>
        </p:nvSpPr>
        <p:spPr>
          <a:xfrm>
            <a:off x="1068948" y="448185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CFFF18-D867-4DC5-B99D-813935299B9B}"/>
              </a:ext>
            </a:extLst>
          </p:cNvPr>
          <p:cNvSpPr/>
          <p:nvPr/>
        </p:nvSpPr>
        <p:spPr>
          <a:xfrm>
            <a:off x="1068707" y="538981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784CAD87-8D2D-43C8-AD7B-8CB8316E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겹침 발생 가능 조건</a:t>
            </a:r>
          </a:p>
        </p:txBody>
      </p:sp>
    </p:spTree>
    <p:extLst>
      <p:ext uri="{BB962C8B-B14F-4D97-AF65-F5344CB8AC3E}">
        <p14:creationId xmlns:p14="http://schemas.microsoft.com/office/powerpoint/2010/main" val="298290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66F1C-EFF6-4F2C-A735-5E618B00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겹침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57A8F-BED5-4710-A831-04919D8D6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API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IntersectRect</a:t>
            </a:r>
            <a:r>
              <a:rPr lang="en-US" altLang="ko-KR" dirty="0"/>
              <a:t>( ) API</a:t>
            </a:r>
            <a:r>
              <a:rPr lang="ko-KR" altLang="en-US" dirty="0"/>
              <a:t>로 겹침 확인</a:t>
            </a:r>
            <a:endParaRPr lang="en-US" altLang="ko-KR" dirty="0"/>
          </a:p>
          <a:p>
            <a:pPr lvl="2"/>
            <a:r>
              <a:rPr lang="ko-KR" altLang="en-US" dirty="0"/>
              <a:t>겹쳐 있다면 </a:t>
            </a:r>
            <a:r>
              <a:rPr lang="en-US" altLang="ko-KR" dirty="0"/>
              <a:t>TRUE, </a:t>
            </a:r>
            <a:r>
              <a:rPr lang="ko-KR" altLang="en-US" dirty="0"/>
              <a:t>겹치지 않았다면 </a:t>
            </a:r>
            <a:r>
              <a:rPr lang="en-US" altLang="ko-KR" dirty="0"/>
              <a:t>FALSE </a:t>
            </a:r>
            <a:r>
              <a:rPr lang="ko-KR" altLang="en-US" dirty="0"/>
              <a:t>반환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Dst</a:t>
            </a:r>
            <a:r>
              <a:rPr lang="en-US" altLang="ko-KR" dirty="0"/>
              <a:t> : </a:t>
            </a:r>
            <a:r>
              <a:rPr lang="ko-KR" altLang="en-US" dirty="0"/>
              <a:t>겹침이 있는 경우 해당 좌표 값 반환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오른쪽 그림에서 노란색 사각형 좌표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겹치지 않았다면 의미 없음</a:t>
            </a:r>
            <a:endParaRPr lang="en-US" altLang="ko-KR" dirty="0"/>
          </a:p>
          <a:p>
            <a:pPr lvl="1"/>
            <a:r>
              <a:rPr lang="en-US" altLang="ko-KR" dirty="0"/>
              <a:t> SRC1, SRC2 : </a:t>
            </a:r>
            <a:r>
              <a:rPr lang="ko-KR" altLang="en-US" dirty="0"/>
              <a:t>겹침을 확인할 사각형 좌표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26687AE-E48D-401C-8A62-6F3A7756B670}"/>
              </a:ext>
            </a:extLst>
          </p:cNvPr>
          <p:cNvGrpSpPr/>
          <p:nvPr/>
        </p:nvGrpSpPr>
        <p:grpSpPr>
          <a:xfrm>
            <a:off x="8339954" y="2924699"/>
            <a:ext cx="3013846" cy="3252264"/>
            <a:chOff x="8457718" y="2774544"/>
            <a:chExt cx="1498720" cy="161728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9F8FA31-695F-45C2-A80E-B4D8880B2990}"/>
                </a:ext>
              </a:extLst>
            </p:cNvPr>
            <p:cNvSpPr/>
            <p:nvPr/>
          </p:nvSpPr>
          <p:spPr>
            <a:xfrm>
              <a:off x="8457718" y="3464545"/>
              <a:ext cx="888643" cy="927279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ME</a:t>
              </a:r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12744A-02C8-4607-B724-A8D2F9DAD935}"/>
                </a:ext>
              </a:extLst>
            </p:cNvPr>
            <p:cNvSpPr/>
            <p:nvPr/>
          </p:nvSpPr>
          <p:spPr>
            <a:xfrm>
              <a:off x="9067795" y="2774544"/>
              <a:ext cx="888643" cy="927279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FOOD</a:t>
              </a:r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F347E24-4E07-4BC9-962A-2153CA8636E7}"/>
                </a:ext>
              </a:extLst>
            </p:cNvPr>
            <p:cNvSpPr/>
            <p:nvPr/>
          </p:nvSpPr>
          <p:spPr>
            <a:xfrm>
              <a:off x="9067794" y="3464545"/>
              <a:ext cx="278567" cy="237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413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7A05C-00D1-4217-B028-25F1F6440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주기적인</a:t>
            </a:r>
            <a:r>
              <a:rPr lang="en-US" altLang="ko-KR" dirty="0"/>
              <a:t> </a:t>
            </a:r>
            <a:r>
              <a:rPr lang="ko-KR" altLang="en-US" dirty="0"/>
              <a:t>윈도우 메시지 호출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9FB0A-3295-4A29-BE9D-11B2AACA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</a:t>
            </a:r>
            <a:r>
              <a:rPr lang="en-US" altLang="ko-KR" dirty="0" err="1"/>
              <a:t>wParam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메시지 </a:t>
            </a:r>
            <a:r>
              <a:rPr lang="en-US" altLang="ko-KR" dirty="0"/>
              <a:t>: WM_TIMER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주기적인 호출 요청 </a:t>
            </a:r>
            <a:r>
              <a:rPr lang="en-US" altLang="ko-KR" dirty="0"/>
              <a:t>API : </a:t>
            </a:r>
            <a:r>
              <a:rPr lang="en-US" altLang="ko-KR" dirty="0" err="1"/>
              <a:t>SetTimer</a:t>
            </a:r>
            <a:r>
              <a:rPr lang="en-US" altLang="ko-KR" dirty="0"/>
              <a:t>( 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주기적인 호출 종료 요청 </a:t>
            </a:r>
            <a:r>
              <a:rPr lang="en-US" altLang="ko-KR" dirty="0"/>
              <a:t>API : </a:t>
            </a:r>
            <a:r>
              <a:rPr lang="en-US" altLang="ko-KR" dirty="0" err="1"/>
              <a:t>KillTimer</a:t>
            </a:r>
            <a:r>
              <a:rPr lang="en-US" altLang="ko-KR" dirty="0"/>
              <a:t>(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05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311</Words>
  <Application>Microsoft Office PowerPoint</Application>
  <PresentationFormat>와이드스크린</PresentationFormat>
  <Paragraphs>58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간단한 게임 만들기</vt:lpstr>
      <vt:lpstr>게임의 설계</vt:lpstr>
      <vt:lpstr>게임 화면의 구성</vt:lpstr>
      <vt:lpstr>나의 이동 구현</vt:lpstr>
      <vt:lpstr>겹침 발생 가능 조건</vt:lpstr>
      <vt:lpstr>겹침 처리</vt:lpstr>
      <vt:lpstr>주기적인 윈도우 메시지 호출 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간단한 게임 만들기</dc:title>
  <dc:creator>YUHAN</dc:creator>
  <cp:lastModifiedBy>YUHAN</cp:lastModifiedBy>
  <cp:revision>11</cp:revision>
  <dcterms:created xsi:type="dcterms:W3CDTF">2026-09-21T00:11:24Z</dcterms:created>
  <dcterms:modified xsi:type="dcterms:W3CDTF">2026-09-21T06:49:05Z</dcterms:modified>
</cp:coreProperties>
</file>